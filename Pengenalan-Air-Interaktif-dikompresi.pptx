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7569200" cy="10693400"/>
  <p:notesSz cx="75692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690" y="3314954"/>
            <a:ext cx="6433820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0" i="0">
                <a:solidFill>
                  <a:srgbClr val="143A5B"/>
                </a:solidFill>
                <a:latin typeface="Lucida Sans"/>
                <a:cs typeface="Lucida San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5380" y="5988304"/>
            <a:ext cx="5298440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50" b="0" i="0">
                <a:solidFill>
                  <a:srgbClr val="0E4D93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0" i="0">
                <a:solidFill>
                  <a:srgbClr val="143A5B"/>
                </a:solidFill>
                <a:latin typeface="Lucida Sans"/>
                <a:cs typeface="Lucida San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E4D93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0" i="0">
                <a:solidFill>
                  <a:srgbClr val="143A5B"/>
                </a:solidFill>
                <a:latin typeface="Lucida Sans"/>
                <a:cs typeface="Lucida San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460" y="2459482"/>
            <a:ext cx="329260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8138" y="2459482"/>
            <a:ext cx="329260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568183" cy="91439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0" i="0">
                <a:solidFill>
                  <a:srgbClr val="143A5B"/>
                </a:solidFill>
                <a:latin typeface="Lucida Sans"/>
                <a:cs typeface="Lucida San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31850" y="714922"/>
            <a:ext cx="6859905" cy="17973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0" i="0">
                <a:solidFill>
                  <a:srgbClr val="143A5B"/>
                </a:solidFill>
                <a:latin typeface="Lucida Sans"/>
                <a:cs typeface="Lucida San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457450" y="3174701"/>
            <a:ext cx="4737100" cy="32778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50" b="0" i="0">
                <a:solidFill>
                  <a:srgbClr val="0E4D93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3528" y="9944862"/>
            <a:ext cx="242214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460" y="9944862"/>
            <a:ext cx="1740916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9824" y="9944862"/>
            <a:ext cx="1740916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jp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jp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7568565" cy="9144000"/>
            <a:chOff x="0" y="0"/>
            <a:chExt cx="7568565" cy="9144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406398" cy="4063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7568184" cy="9144000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1473200" y="333904"/>
            <a:ext cx="748030" cy="2501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50" spc="-20" b="1">
                <a:solidFill>
                  <a:srgbClr val="FFFFFF"/>
                </a:solidFill>
                <a:latin typeface="Arial"/>
                <a:cs typeface="Arial"/>
              </a:rPr>
              <a:t>Beranda</a:t>
            </a:r>
            <a:endParaRPr sz="14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12007" y="333904"/>
            <a:ext cx="614680" cy="2501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50" spc="-20" b="1">
                <a:solidFill>
                  <a:srgbClr val="FFFFFF"/>
                </a:solidFill>
                <a:latin typeface="Arial"/>
                <a:cs typeface="Arial"/>
              </a:rPr>
              <a:t>Tujuan</a:t>
            </a:r>
            <a:endParaRPr sz="14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06238" y="333904"/>
            <a:ext cx="570865" cy="2501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50" spc="-10" b="1">
                <a:solidFill>
                  <a:srgbClr val="FFFFFF"/>
                </a:solidFill>
                <a:latin typeface="Arial"/>
                <a:cs typeface="Arial"/>
              </a:rPr>
              <a:t>Materi</a:t>
            </a:r>
            <a:endParaRPr sz="14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01750" y="1917569"/>
            <a:ext cx="5631815" cy="1722755"/>
          </a:xfrm>
          <a:prstGeom prst="rect">
            <a:avLst/>
          </a:prstGeom>
        </p:spPr>
        <p:txBody>
          <a:bodyPr wrap="square" lIns="0" tIns="181610" rIns="0" bIns="0" rtlCol="0" vert="horz">
            <a:spAutoFit/>
          </a:bodyPr>
          <a:lstStyle/>
          <a:p>
            <a:pPr marL="12700" marR="5080">
              <a:lnSpc>
                <a:spcPts val="6000"/>
              </a:lnSpc>
              <a:spcBef>
                <a:spcPts val="1430"/>
              </a:spcBef>
            </a:pPr>
            <a:r>
              <a:rPr dirty="0" sz="6100" spc="-45">
                <a:solidFill>
                  <a:srgbClr val="143A5B"/>
                </a:solidFill>
                <a:latin typeface="Lucida Sans"/>
                <a:cs typeface="Lucida Sans"/>
              </a:rPr>
              <a:t>Bentuk</a:t>
            </a:r>
            <a:r>
              <a:rPr dirty="0" sz="6100" spc="-665">
                <a:solidFill>
                  <a:srgbClr val="143A5B"/>
                </a:solidFill>
                <a:latin typeface="Lucida Sans"/>
                <a:cs typeface="Lucida Sans"/>
              </a:rPr>
              <a:t> </a:t>
            </a:r>
            <a:r>
              <a:rPr dirty="0" sz="6100" spc="-100">
                <a:solidFill>
                  <a:srgbClr val="143A5B"/>
                </a:solidFill>
                <a:latin typeface="Lucida Sans"/>
                <a:cs typeface="Lucida Sans"/>
              </a:rPr>
              <a:t>Latihan: </a:t>
            </a:r>
            <a:r>
              <a:rPr dirty="0" sz="6100" spc="-110">
                <a:solidFill>
                  <a:srgbClr val="143A5B"/>
                </a:solidFill>
                <a:latin typeface="Lucida Sans"/>
                <a:cs typeface="Lucida Sans"/>
              </a:rPr>
              <a:t>Pengenalan</a:t>
            </a:r>
            <a:r>
              <a:rPr dirty="0" sz="6100" spc="-650">
                <a:solidFill>
                  <a:srgbClr val="143A5B"/>
                </a:solidFill>
                <a:latin typeface="Lucida Sans"/>
                <a:cs typeface="Lucida Sans"/>
              </a:rPr>
              <a:t> </a:t>
            </a:r>
            <a:r>
              <a:rPr dirty="0" sz="6100" spc="-25">
                <a:solidFill>
                  <a:srgbClr val="143A5B"/>
                </a:solidFill>
                <a:latin typeface="Lucida Sans"/>
                <a:cs typeface="Lucida Sans"/>
              </a:rPr>
              <a:t>Air</a:t>
            </a:r>
            <a:endParaRPr sz="6100">
              <a:latin typeface="Lucida Sans"/>
              <a:cs typeface="Lucida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39850" y="4342733"/>
            <a:ext cx="2181860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-195" b="1">
                <a:solidFill>
                  <a:srgbClr val="0778BC"/>
                </a:solidFill>
                <a:latin typeface="Arial"/>
                <a:cs typeface="Arial"/>
              </a:rPr>
              <a:t>PJOK</a:t>
            </a:r>
            <a:r>
              <a:rPr dirty="0" sz="2800" spc="-15" b="1">
                <a:solidFill>
                  <a:srgbClr val="0778BC"/>
                </a:solidFill>
                <a:latin typeface="Arial"/>
                <a:cs typeface="Arial"/>
              </a:rPr>
              <a:t> </a:t>
            </a:r>
            <a:r>
              <a:rPr dirty="0" sz="2800" spc="-125" b="1">
                <a:solidFill>
                  <a:srgbClr val="0778BC"/>
                </a:solidFill>
                <a:latin typeface="Arial"/>
                <a:cs typeface="Arial"/>
              </a:rPr>
              <a:t>Kelas</a:t>
            </a:r>
            <a:r>
              <a:rPr dirty="0" sz="2800" spc="-60" b="1">
                <a:solidFill>
                  <a:srgbClr val="0778BC"/>
                </a:solidFill>
                <a:latin typeface="Arial"/>
                <a:cs typeface="Arial"/>
              </a:rPr>
              <a:t> </a:t>
            </a:r>
            <a:r>
              <a:rPr dirty="0" sz="2800" spc="55" b="1">
                <a:solidFill>
                  <a:srgbClr val="0778BC"/>
                </a:solidFill>
                <a:latin typeface="Arial"/>
                <a:cs typeface="Arial"/>
              </a:rPr>
              <a:t>2</a:t>
            </a:r>
            <a:endParaRPr sz="2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54250" y="5680097"/>
            <a:ext cx="1335405" cy="3511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00" b="1">
                <a:solidFill>
                  <a:srgbClr val="FFFFFF"/>
                </a:solidFill>
                <a:latin typeface="Arial"/>
                <a:cs typeface="Arial"/>
              </a:rPr>
              <a:t>Ayo</a:t>
            </a:r>
            <a:r>
              <a:rPr dirty="0" sz="21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00" spc="-40" b="1">
                <a:solidFill>
                  <a:srgbClr val="FFFFFF"/>
                </a:solidFill>
                <a:latin typeface="Arial"/>
                <a:cs typeface="Arial"/>
              </a:rPr>
              <a:t>Mulai!</a:t>
            </a:r>
            <a:endParaRPr sz="21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26250" y="6242281"/>
            <a:ext cx="805180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spc="-160">
                <a:solidFill>
                  <a:srgbClr val="143A5B"/>
                </a:solidFill>
                <a:latin typeface="Microsoft Sans Serif"/>
                <a:cs typeface="Microsoft Sans Serif"/>
              </a:rPr>
              <a:t>@</a:t>
            </a:r>
            <a:r>
              <a:rPr dirty="0" sz="1900" spc="-5">
                <a:solidFill>
                  <a:srgbClr val="143A5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0">
                <a:solidFill>
                  <a:srgbClr val="143A5B"/>
                </a:solidFill>
                <a:latin typeface="Microsoft Sans Serif"/>
                <a:cs typeface="Microsoft Sans Serif"/>
              </a:rPr>
              <a:t>Irma</a:t>
            </a:r>
            <a:endParaRPr sz="19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568183" cy="914399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473200" y="333905"/>
            <a:ext cx="3153410" cy="2501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551430" algn="l"/>
              </a:tabLst>
            </a:pPr>
            <a:r>
              <a:rPr dirty="0" sz="1450" spc="-10" b="1">
                <a:solidFill>
                  <a:srgbClr val="FFFFFF"/>
                </a:solidFill>
                <a:latin typeface="Arial"/>
                <a:cs typeface="Arial"/>
              </a:rPr>
              <a:t>Beranda</a:t>
            </a:r>
            <a:r>
              <a:rPr dirty="0" sz="1450" b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450" spc="-20" b="1">
                <a:solidFill>
                  <a:srgbClr val="FFFFFF"/>
                </a:solidFill>
                <a:latin typeface="Arial"/>
                <a:cs typeface="Arial"/>
              </a:rPr>
              <a:t>Tujuan</a:t>
            </a:r>
            <a:endParaRPr sz="14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06238" y="333905"/>
            <a:ext cx="570865" cy="2501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50" spc="-10" b="1">
                <a:solidFill>
                  <a:srgbClr val="FFFFFF"/>
                </a:solidFill>
                <a:latin typeface="Arial"/>
                <a:cs typeface="Arial"/>
              </a:rPr>
              <a:t>Materi</a:t>
            </a:r>
            <a:endParaRPr sz="1450">
              <a:latin typeface="Arial"/>
              <a:cs typeface="Arial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22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dirty="0" spc="-150"/>
              <a:t>Tujuan</a:t>
            </a:r>
            <a:r>
              <a:rPr dirty="0" spc="-425"/>
              <a:t> </a:t>
            </a:r>
            <a:r>
              <a:rPr dirty="0" spc="-50"/>
              <a:t>Pembelajaran</a:t>
            </a:r>
          </a:p>
          <a:p>
            <a:pPr marL="57150">
              <a:lnSpc>
                <a:spcPct val="100000"/>
              </a:lnSpc>
              <a:spcBef>
                <a:spcPts val="645"/>
              </a:spcBef>
            </a:pPr>
            <a:r>
              <a:rPr dirty="0" sz="1900">
                <a:latin typeface="Microsoft Sans Serif"/>
                <a:cs typeface="Microsoft Sans Serif"/>
              </a:rPr>
              <a:t>Setelah</a:t>
            </a:r>
            <a:r>
              <a:rPr dirty="0" sz="1900" spc="-70">
                <a:latin typeface="Microsoft Sans Serif"/>
                <a:cs typeface="Microsoft Sans Serif"/>
              </a:rPr>
              <a:t> </a:t>
            </a:r>
            <a:r>
              <a:rPr dirty="0" sz="1900" spc="-10">
                <a:latin typeface="Microsoft Sans Serif"/>
                <a:cs typeface="Microsoft Sans Serif"/>
              </a:rPr>
              <a:t>belajar,</a:t>
            </a:r>
            <a:r>
              <a:rPr dirty="0" sz="1900" spc="-65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aku</a:t>
            </a:r>
            <a:r>
              <a:rPr dirty="0" sz="1900" spc="-65">
                <a:latin typeface="Microsoft Sans Serif"/>
                <a:cs typeface="Microsoft Sans Serif"/>
              </a:rPr>
              <a:t> </a:t>
            </a:r>
            <a:r>
              <a:rPr dirty="0" sz="1900" spc="-20">
                <a:latin typeface="Microsoft Sans Serif"/>
                <a:cs typeface="Microsoft Sans Serif"/>
              </a:rPr>
              <a:t>bisa…</a:t>
            </a:r>
            <a:endParaRPr sz="19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55700" y="2779271"/>
            <a:ext cx="4455160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1.</a:t>
            </a:r>
            <a:r>
              <a:rPr dirty="0" sz="1900" spc="445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35" b="1">
                <a:solidFill>
                  <a:srgbClr val="143A5B"/>
                </a:solidFill>
                <a:latin typeface="Arial"/>
                <a:cs typeface="Arial"/>
              </a:rPr>
              <a:t>Menjelaskan</a:t>
            </a:r>
            <a:r>
              <a:rPr dirty="0" sz="1900" spc="-40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143A5B"/>
                </a:solidFill>
                <a:latin typeface="Arial"/>
                <a:cs typeface="Arial"/>
              </a:rPr>
              <a:t>pengertian</a:t>
            </a:r>
            <a:r>
              <a:rPr dirty="0" sz="1900" spc="-35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20" b="1">
                <a:solidFill>
                  <a:srgbClr val="143A5B"/>
                </a:solidFill>
                <a:latin typeface="Arial"/>
                <a:cs typeface="Arial"/>
              </a:rPr>
              <a:t>olahraga</a:t>
            </a:r>
            <a:r>
              <a:rPr dirty="0" sz="1900" spc="-40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25" b="1">
                <a:solidFill>
                  <a:srgbClr val="143A5B"/>
                </a:solidFill>
                <a:latin typeface="Arial"/>
                <a:cs typeface="Arial"/>
              </a:rPr>
              <a:t>air</a:t>
            </a:r>
            <a:endParaRPr sz="1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55700" y="4506471"/>
            <a:ext cx="4441190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3.</a:t>
            </a:r>
            <a:r>
              <a:rPr dirty="0" sz="1900" spc="430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35" b="1">
                <a:solidFill>
                  <a:srgbClr val="143A5B"/>
                </a:solidFill>
                <a:latin typeface="Arial"/>
                <a:cs typeface="Arial"/>
              </a:rPr>
              <a:t>Menjelaskan</a:t>
            </a:r>
            <a:r>
              <a:rPr dirty="0" sz="1900" spc="-45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143A5B"/>
                </a:solidFill>
                <a:latin typeface="Arial"/>
                <a:cs typeface="Arial"/>
              </a:rPr>
              <a:t>berbagai</a:t>
            </a:r>
            <a:r>
              <a:rPr dirty="0" sz="1900" spc="-40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20" b="1">
                <a:solidFill>
                  <a:srgbClr val="143A5B"/>
                </a:solidFill>
                <a:latin typeface="Arial"/>
                <a:cs typeface="Arial"/>
              </a:rPr>
              <a:t>permainan</a:t>
            </a:r>
            <a:r>
              <a:rPr dirty="0" sz="1900" spc="-40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25" b="1">
                <a:solidFill>
                  <a:srgbClr val="143A5B"/>
                </a:solidFill>
                <a:latin typeface="Arial"/>
                <a:cs typeface="Arial"/>
              </a:rPr>
              <a:t>air</a:t>
            </a:r>
            <a:endParaRPr sz="1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568183" cy="914399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473200" y="333904"/>
            <a:ext cx="5604510" cy="2501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551430" algn="l"/>
                <a:tab pos="5045075" algn="l"/>
              </a:tabLst>
            </a:pPr>
            <a:r>
              <a:rPr dirty="0" sz="1450" spc="-10" b="1">
                <a:solidFill>
                  <a:srgbClr val="FFFFFF"/>
                </a:solidFill>
                <a:latin typeface="Arial"/>
                <a:cs typeface="Arial"/>
              </a:rPr>
              <a:t>Beranda</a:t>
            </a:r>
            <a:r>
              <a:rPr dirty="0" sz="1450" b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450" spc="-10" b="1">
                <a:solidFill>
                  <a:srgbClr val="FFFFFF"/>
                </a:solidFill>
                <a:latin typeface="Arial"/>
                <a:cs typeface="Arial"/>
              </a:rPr>
              <a:t>Tujuan</a:t>
            </a:r>
            <a:r>
              <a:rPr dirty="0" sz="1450" b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450" spc="-10" b="1">
                <a:solidFill>
                  <a:srgbClr val="FFFFFF"/>
                </a:solidFill>
                <a:latin typeface="Arial"/>
                <a:cs typeface="Arial"/>
              </a:rPr>
              <a:t>Materi</a:t>
            </a:r>
            <a:endParaRPr sz="145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22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dirty="0" spc="-20"/>
              <a:t>Manfaat</a:t>
            </a:r>
            <a:r>
              <a:rPr dirty="0" spc="-470"/>
              <a:t> </a:t>
            </a:r>
            <a:r>
              <a:rPr dirty="0" spc="-75"/>
              <a:t>Pengenalan</a:t>
            </a:r>
            <a:r>
              <a:rPr dirty="0" spc="-465"/>
              <a:t> </a:t>
            </a:r>
            <a:r>
              <a:rPr dirty="0" spc="-25"/>
              <a:t>Air</a:t>
            </a:r>
          </a:p>
          <a:p>
            <a:pPr marL="57150">
              <a:lnSpc>
                <a:spcPct val="100000"/>
              </a:lnSpc>
              <a:spcBef>
                <a:spcPts val="645"/>
              </a:spcBef>
            </a:pPr>
            <a:r>
              <a:rPr dirty="0" sz="1900">
                <a:latin typeface="Microsoft Sans Serif"/>
                <a:cs typeface="Microsoft Sans Serif"/>
              </a:rPr>
              <a:t>Tubuh</a:t>
            </a:r>
            <a:r>
              <a:rPr dirty="0" sz="1900" spc="65">
                <a:latin typeface="Microsoft Sans Serif"/>
                <a:cs typeface="Microsoft Sans Serif"/>
              </a:rPr>
              <a:t> </a:t>
            </a:r>
            <a:r>
              <a:rPr dirty="0" sz="1900" spc="-10">
                <a:latin typeface="Microsoft Sans Serif"/>
                <a:cs typeface="Microsoft Sans Serif"/>
              </a:rPr>
              <a:t>belajar,</a:t>
            </a:r>
            <a:r>
              <a:rPr dirty="0" sz="1900" spc="35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hati</a:t>
            </a:r>
            <a:r>
              <a:rPr dirty="0" sz="1900" spc="45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pun</a:t>
            </a:r>
            <a:r>
              <a:rPr dirty="0" sz="1900" spc="45">
                <a:latin typeface="Microsoft Sans Serif"/>
                <a:cs typeface="Microsoft Sans Serif"/>
              </a:rPr>
              <a:t> </a:t>
            </a:r>
            <a:r>
              <a:rPr dirty="0" sz="1900" spc="-10">
                <a:latin typeface="Microsoft Sans Serif"/>
                <a:cs typeface="Microsoft Sans Serif"/>
              </a:rPr>
              <a:t>berani!</a:t>
            </a:r>
            <a:endParaRPr sz="19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30350" y="4203265"/>
            <a:ext cx="1938655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50" spc="-85">
                <a:solidFill>
                  <a:srgbClr val="143A5B"/>
                </a:solidFill>
                <a:latin typeface="Lucida Sans"/>
                <a:cs typeface="Lucida Sans"/>
              </a:rPr>
              <a:t>Tidak</a:t>
            </a:r>
            <a:r>
              <a:rPr dirty="0" sz="2250" spc="-235">
                <a:solidFill>
                  <a:srgbClr val="143A5B"/>
                </a:solidFill>
                <a:latin typeface="Lucida Sans"/>
                <a:cs typeface="Lucida Sans"/>
              </a:rPr>
              <a:t> </a:t>
            </a:r>
            <a:r>
              <a:rPr dirty="0" sz="2250" spc="-10">
                <a:solidFill>
                  <a:srgbClr val="143A5B"/>
                </a:solidFill>
                <a:latin typeface="Lucida Sans"/>
                <a:cs typeface="Lucida Sans"/>
              </a:rPr>
              <a:t>takut</a:t>
            </a:r>
            <a:r>
              <a:rPr dirty="0" sz="2250" spc="-185">
                <a:solidFill>
                  <a:srgbClr val="143A5B"/>
                </a:solidFill>
                <a:latin typeface="Lucida Sans"/>
                <a:cs typeface="Lucida Sans"/>
              </a:rPr>
              <a:t> </a:t>
            </a:r>
            <a:r>
              <a:rPr dirty="0" sz="2250" spc="-25">
                <a:solidFill>
                  <a:srgbClr val="143A5B"/>
                </a:solidFill>
                <a:latin typeface="Lucida Sans"/>
                <a:cs typeface="Lucida Sans"/>
              </a:rPr>
              <a:t>air</a:t>
            </a:r>
            <a:endParaRPr sz="2250">
              <a:latin typeface="Lucida Sans"/>
              <a:cs typeface="Lucida San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21120" y="4203265"/>
            <a:ext cx="2607945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50" spc="-70">
                <a:solidFill>
                  <a:srgbClr val="143A5B"/>
                </a:solidFill>
                <a:latin typeface="Lucida Sans"/>
                <a:cs typeface="Lucida Sans"/>
              </a:rPr>
              <a:t>Napas</a:t>
            </a:r>
            <a:r>
              <a:rPr dirty="0" sz="2250" spc="-235">
                <a:solidFill>
                  <a:srgbClr val="143A5B"/>
                </a:solidFill>
                <a:latin typeface="Lucida Sans"/>
                <a:cs typeface="Lucida Sans"/>
              </a:rPr>
              <a:t> </a:t>
            </a:r>
            <a:r>
              <a:rPr dirty="0" sz="2250" spc="-50">
                <a:solidFill>
                  <a:srgbClr val="143A5B"/>
                </a:solidFill>
                <a:latin typeface="Lucida Sans"/>
                <a:cs typeface="Lucida Sans"/>
              </a:rPr>
              <a:t>lebih</a:t>
            </a:r>
            <a:r>
              <a:rPr dirty="0" sz="2250" spc="-215">
                <a:solidFill>
                  <a:srgbClr val="143A5B"/>
                </a:solidFill>
                <a:latin typeface="Lucida Sans"/>
                <a:cs typeface="Lucida Sans"/>
              </a:rPr>
              <a:t> </a:t>
            </a:r>
            <a:r>
              <a:rPr dirty="0" sz="2250" spc="-10">
                <a:solidFill>
                  <a:srgbClr val="143A5B"/>
                </a:solidFill>
                <a:latin typeface="Lucida Sans"/>
                <a:cs typeface="Lucida Sans"/>
              </a:rPr>
              <a:t>terlatih</a:t>
            </a:r>
            <a:endParaRPr sz="2250">
              <a:latin typeface="Lucida Sans"/>
              <a:cs typeface="Lucida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62500" y="6625065"/>
            <a:ext cx="2825115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-95">
                <a:solidFill>
                  <a:srgbClr val="0778BC"/>
                </a:solidFill>
                <a:latin typeface="Lucida Sans"/>
                <a:cs typeface="Lucida Sans"/>
              </a:rPr>
              <a:t>Makin</a:t>
            </a:r>
            <a:r>
              <a:rPr dirty="0" sz="2800" spc="-290">
                <a:solidFill>
                  <a:srgbClr val="0778BC"/>
                </a:solidFill>
                <a:latin typeface="Lucida Sans"/>
                <a:cs typeface="Lucida Sans"/>
              </a:rPr>
              <a:t> </a:t>
            </a:r>
            <a:r>
              <a:rPr dirty="0" sz="2800" spc="-85">
                <a:solidFill>
                  <a:srgbClr val="0778BC"/>
                </a:solidFill>
                <a:latin typeface="Lucida Sans"/>
                <a:cs typeface="Lucida Sans"/>
              </a:rPr>
              <a:t>sering</a:t>
            </a:r>
            <a:r>
              <a:rPr dirty="0" sz="2800" spc="-285">
                <a:solidFill>
                  <a:srgbClr val="0778BC"/>
                </a:solidFill>
                <a:latin typeface="Lucida Sans"/>
                <a:cs typeface="Lucida Sans"/>
              </a:rPr>
              <a:t> </a:t>
            </a:r>
            <a:r>
              <a:rPr dirty="0" sz="2800" spc="-20">
                <a:solidFill>
                  <a:srgbClr val="0778BC"/>
                </a:solidFill>
                <a:latin typeface="Lucida Sans"/>
                <a:cs typeface="Lucida Sans"/>
              </a:rPr>
              <a:t>berl</a:t>
            </a:r>
            <a:endParaRPr sz="280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568183" cy="914400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473200" y="333906"/>
            <a:ext cx="3153410" cy="2501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551430" algn="l"/>
              </a:tabLst>
            </a:pPr>
            <a:r>
              <a:rPr dirty="0" sz="1450" spc="-10" b="1">
                <a:solidFill>
                  <a:srgbClr val="FFFFFF"/>
                </a:solidFill>
                <a:latin typeface="Arial"/>
                <a:cs typeface="Arial"/>
              </a:rPr>
              <a:t>Beranda</a:t>
            </a:r>
            <a:r>
              <a:rPr dirty="0" sz="1450" b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450" spc="-20" b="1">
                <a:solidFill>
                  <a:srgbClr val="FFFFFF"/>
                </a:solidFill>
                <a:latin typeface="Arial"/>
                <a:cs typeface="Arial"/>
              </a:rPr>
              <a:t>Tujuan</a:t>
            </a:r>
            <a:endParaRPr sz="14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06238" y="333906"/>
            <a:ext cx="570865" cy="2501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50" spc="-10" b="1">
                <a:solidFill>
                  <a:srgbClr val="FFFFFF"/>
                </a:solidFill>
                <a:latin typeface="Arial"/>
                <a:cs typeface="Arial"/>
              </a:rPr>
              <a:t>Materi</a:t>
            </a:r>
            <a:endParaRPr sz="1450">
              <a:latin typeface="Arial"/>
              <a:cs typeface="Arial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22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dirty="0" spc="-55"/>
              <a:t>Latihan</a:t>
            </a:r>
            <a:r>
              <a:rPr dirty="0" spc="-434"/>
              <a:t> </a:t>
            </a:r>
            <a:r>
              <a:rPr dirty="0" spc="-130"/>
              <a:t>Masuk</a:t>
            </a:r>
            <a:r>
              <a:rPr dirty="0" spc="-480"/>
              <a:t> </a:t>
            </a:r>
            <a:r>
              <a:rPr dirty="0" spc="-80"/>
              <a:t>ke</a:t>
            </a:r>
            <a:r>
              <a:rPr dirty="0" spc="-459"/>
              <a:t> </a:t>
            </a:r>
            <a:r>
              <a:rPr dirty="0" spc="-25"/>
              <a:t>Air</a:t>
            </a:r>
          </a:p>
          <a:p>
            <a:pPr marL="57150">
              <a:lnSpc>
                <a:spcPct val="100000"/>
              </a:lnSpc>
              <a:spcBef>
                <a:spcPts val="645"/>
              </a:spcBef>
            </a:pPr>
            <a:r>
              <a:rPr dirty="0" sz="1900">
                <a:latin typeface="Microsoft Sans Serif"/>
                <a:cs typeface="Microsoft Sans Serif"/>
              </a:rPr>
              <a:t>Pelan-pelan</a:t>
            </a:r>
            <a:r>
              <a:rPr dirty="0" sz="1900" spc="-15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adalah</a:t>
            </a:r>
            <a:r>
              <a:rPr dirty="0" sz="1900" spc="-15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cara</a:t>
            </a:r>
            <a:r>
              <a:rPr dirty="0" sz="1900" spc="-10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yang</a:t>
            </a:r>
            <a:r>
              <a:rPr dirty="0" sz="1900" spc="-15">
                <a:latin typeface="Microsoft Sans Serif"/>
                <a:cs typeface="Microsoft Sans Serif"/>
              </a:rPr>
              <a:t> </a:t>
            </a:r>
            <a:r>
              <a:rPr dirty="0" sz="1900" spc="-10">
                <a:latin typeface="Microsoft Sans Serif"/>
                <a:cs typeface="Microsoft Sans Serif"/>
              </a:rPr>
              <a:t>hebat!</a:t>
            </a:r>
            <a:endParaRPr sz="19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09650" y="2645927"/>
            <a:ext cx="4018279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1.</a:t>
            </a:r>
            <a:r>
              <a:rPr dirty="0" sz="1900" spc="430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25" b="1">
                <a:solidFill>
                  <a:srgbClr val="143A5B"/>
                </a:solidFill>
                <a:latin typeface="Arial"/>
                <a:cs typeface="Arial"/>
              </a:rPr>
              <a:t>Masuk</a:t>
            </a:r>
            <a:r>
              <a:rPr dirty="0" sz="1900" spc="-45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ke</a:t>
            </a:r>
            <a:r>
              <a:rPr dirty="0" sz="1900" spc="-45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20" b="1">
                <a:solidFill>
                  <a:srgbClr val="143A5B"/>
                </a:solidFill>
                <a:latin typeface="Arial"/>
                <a:cs typeface="Arial"/>
              </a:rPr>
              <a:t>kolam</a:t>
            </a:r>
            <a:r>
              <a:rPr dirty="0" sz="1900" spc="-45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55" b="1">
                <a:solidFill>
                  <a:srgbClr val="143A5B"/>
                </a:solidFill>
                <a:latin typeface="Arial"/>
                <a:cs typeface="Arial"/>
              </a:rPr>
              <a:t>secara</a:t>
            </a:r>
            <a:r>
              <a:rPr dirty="0" sz="1900" spc="-45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143A5B"/>
                </a:solidFill>
                <a:latin typeface="Arial"/>
                <a:cs typeface="Arial"/>
              </a:rPr>
              <a:t>perlahan</a:t>
            </a:r>
            <a:endParaRPr sz="1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9650" y="4341377"/>
            <a:ext cx="4211955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2.</a:t>
            </a:r>
            <a:r>
              <a:rPr dirty="0" sz="1900" spc="430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Pegang</a:t>
            </a:r>
            <a:r>
              <a:rPr dirty="0" sz="1900" spc="-50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tepi</a:t>
            </a:r>
            <a:r>
              <a:rPr dirty="0" sz="1900" spc="-45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20" b="1">
                <a:solidFill>
                  <a:srgbClr val="143A5B"/>
                </a:solidFill>
                <a:latin typeface="Arial"/>
                <a:cs typeface="Arial"/>
              </a:rPr>
              <a:t>kolam</a:t>
            </a:r>
            <a:r>
              <a:rPr dirty="0" sz="1900" spc="-50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agar</a:t>
            </a:r>
            <a:r>
              <a:rPr dirty="0" sz="1900" spc="-45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143A5B"/>
                </a:solidFill>
                <a:latin typeface="Arial"/>
                <a:cs typeface="Arial"/>
              </a:rPr>
              <a:t>seimbang</a:t>
            </a:r>
            <a:endParaRPr sz="1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9650" y="6100798"/>
            <a:ext cx="3395979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3.</a:t>
            </a:r>
            <a:r>
              <a:rPr dirty="0" sz="1900" spc="450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40" b="1">
                <a:solidFill>
                  <a:srgbClr val="143A5B"/>
                </a:solidFill>
                <a:latin typeface="Arial"/>
                <a:cs typeface="Arial"/>
              </a:rPr>
              <a:t>Biasakan </a:t>
            </a: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tubuh</a:t>
            </a:r>
            <a:r>
              <a:rPr dirty="0" sz="1900" spc="-35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143A5B"/>
                </a:solidFill>
                <a:latin typeface="Arial"/>
                <a:cs typeface="Arial"/>
              </a:rPr>
              <a:t>terkena</a:t>
            </a:r>
            <a:r>
              <a:rPr dirty="0" sz="1900" spc="-35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25" b="1">
                <a:solidFill>
                  <a:srgbClr val="143A5B"/>
                </a:solidFill>
                <a:latin typeface="Arial"/>
                <a:cs typeface="Arial"/>
              </a:rPr>
              <a:t>air</a:t>
            </a:r>
            <a:endParaRPr sz="19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09650" y="7725926"/>
            <a:ext cx="3875404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4.</a:t>
            </a:r>
            <a:r>
              <a:rPr dirty="0" sz="1900" spc="490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143A5B"/>
                </a:solidFill>
                <a:latin typeface="Arial"/>
                <a:cs typeface="Arial"/>
              </a:rPr>
              <a:t>Tenang</a:t>
            </a:r>
            <a:r>
              <a:rPr dirty="0" sz="1900" spc="-20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dan</a:t>
            </a:r>
            <a:r>
              <a:rPr dirty="0" sz="1900" spc="-15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tidak</a:t>
            </a:r>
            <a:r>
              <a:rPr dirty="0" sz="1900" spc="-20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terburu-</a:t>
            </a:r>
            <a:r>
              <a:rPr dirty="0" sz="1900" spc="-20" b="1">
                <a:solidFill>
                  <a:srgbClr val="143A5B"/>
                </a:solidFill>
                <a:latin typeface="Arial"/>
                <a:cs typeface="Arial"/>
              </a:rPr>
              <a:t>buru</a:t>
            </a:r>
            <a:endParaRPr sz="1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3200" y="333909"/>
            <a:ext cx="5604510" cy="2501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551430" algn="l"/>
                <a:tab pos="5045075" algn="l"/>
              </a:tabLst>
            </a:pPr>
            <a:r>
              <a:rPr dirty="0" sz="1450" spc="-10" b="1">
                <a:solidFill>
                  <a:srgbClr val="FFFFFF"/>
                </a:solidFill>
                <a:latin typeface="Arial"/>
                <a:cs typeface="Arial"/>
              </a:rPr>
              <a:t>Beranda</a:t>
            </a:r>
            <a:r>
              <a:rPr dirty="0" sz="1450" b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450" spc="-10" b="1">
                <a:solidFill>
                  <a:srgbClr val="FFFFFF"/>
                </a:solidFill>
                <a:latin typeface="Arial"/>
                <a:cs typeface="Arial"/>
              </a:rPr>
              <a:t>Tujuan</a:t>
            </a:r>
            <a:r>
              <a:rPr dirty="0" sz="1450" b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450" spc="-10" b="1">
                <a:solidFill>
                  <a:srgbClr val="FFFFFF"/>
                </a:solidFill>
                <a:latin typeface="Arial"/>
                <a:cs typeface="Arial"/>
              </a:rPr>
              <a:t>Materi</a:t>
            </a:r>
            <a:endParaRPr sz="145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22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dirty="0" spc="-60"/>
              <a:t>Bermain</a:t>
            </a:r>
            <a:r>
              <a:rPr dirty="0" spc="-434"/>
              <a:t> </a:t>
            </a:r>
            <a:r>
              <a:rPr dirty="0" spc="-120"/>
              <a:t>di</a:t>
            </a:r>
            <a:r>
              <a:rPr dirty="0" spc="-434"/>
              <a:t> </a:t>
            </a:r>
            <a:r>
              <a:rPr dirty="0" spc="-135"/>
              <a:t>Kolam</a:t>
            </a:r>
            <a:r>
              <a:rPr dirty="0" spc="-434"/>
              <a:t> </a:t>
            </a:r>
            <a:r>
              <a:rPr dirty="0" spc="-75"/>
              <a:t>Renang</a:t>
            </a:r>
          </a:p>
          <a:p>
            <a:pPr marL="57150">
              <a:lnSpc>
                <a:spcPct val="100000"/>
              </a:lnSpc>
              <a:spcBef>
                <a:spcPts val="645"/>
              </a:spcBef>
            </a:pPr>
            <a:r>
              <a:rPr dirty="0" sz="1900">
                <a:latin typeface="Microsoft Sans Serif"/>
                <a:cs typeface="Microsoft Sans Serif"/>
              </a:rPr>
              <a:t>Bermain</a:t>
            </a:r>
            <a:r>
              <a:rPr dirty="0" sz="1900" spc="45">
                <a:latin typeface="Microsoft Sans Serif"/>
                <a:cs typeface="Microsoft Sans Serif"/>
              </a:rPr>
              <a:t> </a:t>
            </a:r>
            <a:r>
              <a:rPr dirty="0" sz="1900" spc="-10">
                <a:latin typeface="Microsoft Sans Serif"/>
                <a:cs typeface="Microsoft Sans Serif"/>
              </a:rPr>
              <a:t>bersama,</a:t>
            </a:r>
            <a:r>
              <a:rPr dirty="0" sz="1900" spc="50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tetap</a:t>
            </a:r>
            <a:r>
              <a:rPr dirty="0" sz="1900" spc="50">
                <a:latin typeface="Microsoft Sans Serif"/>
                <a:cs typeface="Microsoft Sans Serif"/>
              </a:rPr>
              <a:t> </a:t>
            </a:r>
            <a:r>
              <a:rPr dirty="0" sz="1900" spc="-10">
                <a:latin typeface="Microsoft Sans Serif"/>
                <a:cs typeface="Microsoft Sans Serif"/>
              </a:rPr>
              <a:t>aman!</a:t>
            </a:r>
            <a:endParaRPr sz="19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568183" cy="914399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473200" y="333906"/>
            <a:ext cx="3153410" cy="2501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551430" algn="l"/>
              </a:tabLst>
            </a:pPr>
            <a:r>
              <a:rPr dirty="0" sz="1450" spc="-10" b="1">
                <a:solidFill>
                  <a:srgbClr val="FFFFFF"/>
                </a:solidFill>
                <a:latin typeface="Arial"/>
                <a:cs typeface="Arial"/>
              </a:rPr>
              <a:t>Beranda</a:t>
            </a:r>
            <a:r>
              <a:rPr dirty="0" sz="1450" b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450" spc="-20" b="1">
                <a:solidFill>
                  <a:srgbClr val="FFFFFF"/>
                </a:solidFill>
                <a:latin typeface="Arial"/>
                <a:cs typeface="Arial"/>
              </a:rPr>
              <a:t>Tujuan</a:t>
            </a:r>
            <a:endParaRPr sz="14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06238" y="333906"/>
            <a:ext cx="570865" cy="2501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50" spc="-10" b="1">
                <a:solidFill>
                  <a:srgbClr val="FFFFFF"/>
                </a:solidFill>
                <a:latin typeface="Arial"/>
                <a:cs typeface="Arial"/>
              </a:rPr>
              <a:t>Materi</a:t>
            </a:r>
            <a:endParaRPr sz="1450">
              <a:latin typeface="Arial"/>
              <a:cs typeface="Arial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831850" y="714928"/>
            <a:ext cx="4785360" cy="1192530"/>
          </a:xfrm>
          <a:prstGeom prst="rect"/>
        </p:spPr>
        <p:txBody>
          <a:bodyPr wrap="square" lIns="0" tIns="1822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dirty="0" spc="-55"/>
              <a:t>Latihan</a:t>
            </a:r>
            <a:r>
              <a:rPr dirty="0" spc="-420"/>
              <a:t> </a:t>
            </a:r>
            <a:r>
              <a:rPr dirty="0" spc="-35"/>
              <a:t>Pernapasan</a:t>
            </a:r>
          </a:p>
          <a:p>
            <a:pPr marL="57150">
              <a:lnSpc>
                <a:spcPct val="100000"/>
              </a:lnSpc>
              <a:spcBef>
                <a:spcPts val="645"/>
              </a:spcBef>
            </a:pPr>
            <a:r>
              <a:rPr dirty="0" sz="1900">
                <a:latin typeface="Microsoft Sans Serif"/>
                <a:cs typeface="Microsoft Sans Serif"/>
              </a:rPr>
              <a:t>Tarik,</a:t>
            </a:r>
            <a:r>
              <a:rPr dirty="0" sz="1900" spc="-40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tahan,</a:t>
            </a:r>
            <a:r>
              <a:rPr dirty="0" sz="1900" spc="-40">
                <a:latin typeface="Microsoft Sans Serif"/>
                <a:cs typeface="Microsoft Sans Serif"/>
              </a:rPr>
              <a:t> </a:t>
            </a:r>
            <a:r>
              <a:rPr dirty="0" sz="1900" spc="55">
                <a:latin typeface="Microsoft Sans Serif"/>
                <a:cs typeface="Microsoft Sans Serif"/>
              </a:rPr>
              <a:t>buang…</a:t>
            </a:r>
            <a:r>
              <a:rPr dirty="0" sz="1900" spc="-20">
                <a:latin typeface="Microsoft Sans Serif"/>
                <a:cs typeface="Microsoft Sans Serif"/>
              </a:rPr>
              <a:t> </a:t>
            </a:r>
            <a:r>
              <a:rPr dirty="0" sz="1900" spc="-10">
                <a:latin typeface="Microsoft Sans Serif"/>
                <a:cs typeface="Microsoft Sans Serif"/>
              </a:rPr>
              <a:t>tenang!</a:t>
            </a:r>
            <a:endParaRPr sz="19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09650" y="2442723"/>
            <a:ext cx="2781935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1.</a:t>
            </a:r>
            <a:r>
              <a:rPr dirty="0" sz="1900" spc="-5" b="1">
                <a:solidFill>
                  <a:srgbClr val="143A5B"/>
                </a:solidFill>
                <a:latin typeface="Arial"/>
                <a:cs typeface="Arial"/>
              </a:rPr>
              <a:t>  </a:t>
            </a: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Hadap </a:t>
            </a:r>
            <a:r>
              <a:rPr dirty="0" sz="1900" spc="-20" b="1">
                <a:solidFill>
                  <a:srgbClr val="143A5B"/>
                </a:solidFill>
                <a:latin typeface="Arial"/>
                <a:cs typeface="Arial"/>
              </a:rPr>
              <a:t>dinding</a:t>
            </a:r>
            <a:r>
              <a:rPr dirty="0" sz="1900" spc="-5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20" b="1">
                <a:solidFill>
                  <a:srgbClr val="143A5B"/>
                </a:solidFill>
                <a:latin typeface="Arial"/>
                <a:cs typeface="Arial"/>
              </a:rPr>
              <a:t>kolam</a:t>
            </a:r>
            <a:endParaRPr sz="1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9650" y="3795273"/>
            <a:ext cx="3086735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2.</a:t>
            </a:r>
            <a:r>
              <a:rPr dirty="0" sz="1900" spc="-10" b="1">
                <a:solidFill>
                  <a:srgbClr val="143A5B"/>
                </a:solidFill>
                <a:latin typeface="Arial"/>
                <a:cs typeface="Arial"/>
              </a:rPr>
              <a:t>  </a:t>
            </a: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Tarik </a:t>
            </a:r>
            <a:r>
              <a:rPr dirty="0" sz="1900" spc="-30" b="1">
                <a:solidFill>
                  <a:srgbClr val="143A5B"/>
                </a:solidFill>
                <a:latin typeface="Arial"/>
                <a:cs typeface="Arial"/>
              </a:rPr>
              <a:t>napas</a:t>
            </a:r>
            <a:r>
              <a:rPr dirty="0" sz="1900" spc="-5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lewat</a:t>
            </a:r>
            <a:r>
              <a:rPr dirty="0" sz="1900" spc="-5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20" b="1">
                <a:solidFill>
                  <a:srgbClr val="143A5B"/>
                </a:solidFill>
                <a:latin typeface="Arial"/>
                <a:cs typeface="Arial"/>
              </a:rPr>
              <a:t>mulut</a:t>
            </a:r>
            <a:endParaRPr sz="1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9650" y="5217671"/>
            <a:ext cx="2934335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3.</a:t>
            </a:r>
            <a:r>
              <a:rPr dirty="0" sz="1900" spc="484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30" b="1">
                <a:solidFill>
                  <a:srgbClr val="143A5B"/>
                </a:solidFill>
                <a:latin typeface="Arial"/>
                <a:cs typeface="Arial"/>
              </a:rPr>
              <a:t>Masukkan</a:t>
            </a:r>
            <a:r>
              <a:rPr dirty="0" sz="1900" spc="-15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wajah</a:t>
            </a:r>
            <a:r>
              <a:rPr dirty="0" sz="1900" spc="-20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ke</a:t>
            </a:r>
            <a:r>
              <a:rPr dirty="0" sz="1900" spc="-20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25" b="1">
                <a:solidFill>
                  <a:srgbClr val="143A5B"/>
                </a:solidFill>
                <a:latin typeface="Arial"/>
                <a:cs typeface="Arial"/>
              </a:rPr>
              <a:t>air</a:t>
            </a:r>
            <a:endParaRPr sz="19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09650" y="6589272"/>
            <a:ext cx="2865755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4.</a:t>
            </a:r>
            <a:r>
              <a:rPr dirty="0" sz="1900" spc="430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Tahan</a:t>
            </a:r>
            <a:r>
              <a:rPr dirty="0" sz="1900" spc="-45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30" b="1">
                <a:solidFill>
                  <a:srgbClr val="143A5B"/>
                </a:solidFill>
                <a:latin typeface="Arial"/>
                <a:cs typeface="Arial"/>
              </a:rPr>
              <a:t>napas</a:t>
            </a:r>
            <a:r>
              <a:rPr dirty="0" sz="1900" spc="-45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143A5B"/>
                </a:solidFill>
                <a:latin typeface="Arial"/>
                <a:cs typeface="Arial"/>
              </a:rPr>
              <a:t>sebentar</a:t>
            </a:r>
            <a:endParaRPr sz="19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09650" y="7999445"/>
            <a:ext cx="2896235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5.</a:t>
            </a:r>
            <a:r>
              <a:rPr dirty="0" sz="1900" spc="450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20" b="1">
                <a:solidFill>
                  <a:srgbClr val="143A5B"/>
                </a:solidFill>
                <a:latin typeface="Arial"/>
                <a:cs typeface="Arial"/>
              </a:rPr>
              <a:t>Buang</a:t>
            </a:r>
            <a:r>
              <a:rPr dirty="0" sz="1900" spc="-35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30" b="1">
                <a:solidFill>
                  <a:srgbClr val="143A5B"/>
                </a:solidFill>
                <a:latin typeface="Arial"/>
                <a:cs typeface="Arial"/>
              </a:rPr>
              <a:t>napas</a:t>
            </a:r>
            <a:r>
              <a:rPr dirty="0" sz="1900" spc="-35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143A5B"/>
                </a:solidFill>
                <a:latin typeface="Arial"/>
                <a:cs typeface="Arial"/>
              </a:rPr>
              <a:t>perlahan</a:t>
            </a:r>
            <a:endParaRPr sz="1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1"/>
            <a:ext cx="7568183" cy="914397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473200" y="333918"/>
            <a:ext cx="5604510" cy="2501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551430" algn="l"/>
                <a:tab pos="5045075" algn="l"/>
              </a:tabLst>
            </a:pPr>
            <a:r>
              <a:rPr dirty="0" sz="1450" spc="-10" b="1">
                <a:solidFill>
                  <a:srgbClr val="FFFFFF"/>
                </a:solidFill>
                <a:latin typeface="Arial"/>
                <a:cs typeface="Arial"/>
              </a:rPr>
              <a:t>Beranda</a:t>
            </a:r>
            <a:r>
              <a:rPr dirty="0" sz="1450" b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450" spc="-10" b="1">
                <a:solidFill>
                  <a:srgbClr val="FFFFFF"/>
                </a:solidFill>
                <a:latin typeface="Arial"/>
                <a:cs typeface="Arial"/>
              </a:rPr>
              <a:t>Tujuan</a:t>
            </a:r>
            <a:r>
              <a:rPr dirty="0" sz="1450" b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450" spc="-10" b="1">
                <a:solidFill>
                  <a:srgbClr val="FFFFFF"/>
                </a:solidFill>
                <a:latin typeface="Arial"/>
                <a:cs typeface="Arial"/>
              </a:rPr>
              <a:t>Materi</a:t>
            </a:r>
            <a:endParaRPr sz="145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22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dirty="0" spc="-55"/>
              <a:t>Latihan</a:t>
            </a:r>
            <a:r>
              <a:rPr dirty="0" spc="-365"/>
              <a:t> </a:t>
            </a:r>
            <a:r>
              <a:rPr dirty="0" spc="-55"/>
              <a:t>Meloncat-</a:t>
            </a:r>
            <a:r>
              <a:rPr dirty="0" spc="-10"/>
              <a:t>loncat</a:t>
            </a:r>
          </a:p>
          <a:p>
            <a:pPr marL="57150">
              <a:lnSpc>
                <a:spcPct val="100000"/>
              </a:lnSpc>
              <a:spcBef>
                <a:spcPts val="645"/>
              </a:spcBef>
            </a:pPr>
            <a:r>
              <a:rPr dirty="0" sz="1900" spc="-30">
                <a:latin typeface="Microsoft Sans Serif"/>
                <a:cs typeface="Microsoft Sans Serif"/>
              </a:rPr>
              <a:t>Jongkok,</a:t>
            </a:r>
            <a:r>
              <a:rPr dirty="0" sz="1900" spc="20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lalu</a:t>
            </a:r>
            <a:r>
              <a:rPr dirty="0" sz="1900" spc="-5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berdiri</a:t>
            </a:r>
            <a:r>
              <a:rPr dirty="0" sz="1900" spc="-5">
                <a:latin typeface="Microsoft Sans Serif"/>
                <a:cs typeface="Microsoft Sans Serif"/>
              </a:rPr>
              <a:t> </a:t>
            </a:r>
            <a:r>
              <a:rPr dirty="0" sz="1900" spc="-20">
                <a:latin typeface="Microsoft Sans Serif"/>
                <a:cs typeface="Microsoft Sans Serif"/>
              </a:rPr>
              <a:t>lagi!</a:t>
            </a:r>
            <a:endParaRPr sz="19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09650" y="2576073"/>
            <a:ext cx="3441065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1.</a:t>
            </a:r>
            <a:r>
              <a:rPr dirty="0" sz="1900" spc="440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20" b="1">
                <a:solidFill>
                  <a:srgbClr val="143A5B"/>
                </a:solidFill>
                <a:latin typeface="Arial"/>
                <a:cs typeface="Arial"/>
              </a:rPr>
              <a:t>Berdiri</a:t>
            </a:r>
            <a:r>
              <a:rPr dirty="0" sz="1900" spc="-40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143A5B"/>
                </a:solidFill>
                <a:latin typeface="Arial"/>
                <a:cs typeface="Arial"/>
              </a:rPr>
              <a:t>dengan</a:t>
            </a:r>
            <a:r>
              <a:rPr dirty="0" sz="1900" spc="-40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65" b="1">
                <a:solidFill>
                  <a:srgbClr val="143A5B"/>
                </a:solidFill>
                <a:latin typeface="Arial"/>
                <a:cs typeface="Arial"/>
              </a:rPr>
              <a:t>posisi</a:t>
            </a:r>
            <a:r>
              <a:rPr dirty="0" sz="1900" spc="-40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20" b="1">
                <a:solidFill>
                  <a:srgbClr val="143A5B"/>
                </a:solidFill>
                <a:latin typeface="Arial"/>
                <a:cs typeface="Arial"/>
              </a:rPr>
              <a:t>aman</a:t>
            </a:r>
            <a:endParaRPr sz="1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09650" y="4341377"/>
            <a:ext cx="4427220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2.</a:t>
            </a:r>
            <a:r>
              <a:rPr dirty="0" sz="1900" spc="434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20" b="1">
                <a:solidFill>
                  <a:srgbClr val="143A5B"/>
                </a:solidFill>
                <a:latin typeface="Arial"/>
                <a:cs typeface="Arial"/>
              </a:rPr>
              <a:t>Letakkan</a:t>
            </a:r>
            <a:r>
              <a:rPr dirty="0" sz="1900" spc="-40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tangan</a:t>
            </a:r>
            <a:r>
              <a:rPr dirty="0" sz="1900" spc="-45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di</a:t>
            </a:r>
            <a:r>
              <a:rPr dirty="0" sz="1900" spc="-40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20" b="1">
                <a:solidFill>
                  <a:srgbClr val="143A5B"/>
                </a:solidFill>
                <a:latin typeface="Arial"/>
                <a:cs typeface="Arial"/>
              </a:rPr>
              <a:t>belakang</a:t>
            </a:r>
            <a:r>
              <a:rPr dirty="0" sz="1900" spc="-25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143A5B"/>
                </a:solidFill>
                <a:latin typeface="Arial"/>
                <a:cs typeface="Arial"/>
              </a:rPr>
              <a:t>kepala</a:t>
            </a:r>
            <a:endParaRPr sz="1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9650" y="5992381"/>
            <a:ext cx="3505835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3.</a:t>
            </a:r>
            <a:r>
              <a:rPr dirty="0" sz="1900" spc="455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90" b="1">
                <a:solidFill>
                  <a:srgbClr val="143A5B"/>
                </a:solidFill>
                <a:latin typeface="Arial"/>
                <a:cs typeface="Arial"/>
              </a:rPr>
              <a:t>Jongkok</a:t>
            </a:r>
            <a:r>
              <a:rPr dirty="0" sz="1900" spc="-35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143A5B"/>
                </a:solidFill>
                <a:latin typeface="Arial"/>
                <a:cs typeface="Arial"/>
              </a:rPr>
              <a:t>lalu</a:t>
            </a:r>
            <a:r>
              <a:rPr dirty="0" sz="1900" spc="-35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143A5B"/>
                </a:solidFill>
                <a:latin typeface="Arial"/>
                <a:cs typeface="Arial"/>
              </a:rPr>
              <a:t>berdiri</a:t>
            </a:r>
            <a:r>
              <a:rPr dirty="0" sz="1900" spc="-30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143A5B"/>
                </a:solidFill>
                <a:latin typeface="Arial"/>
                <a:cs typeface="Arial"/>
              </a:rPr>
              <a:t>kembali</a:t>
            </a:r>
            <a:endParaRPr sz="1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9650" y="7656077"/>
            <a:ext cx="3475990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4.</a:t>
            </a:r>
            <a:r>
              <a:rPr dirty="0" sz="1900" spc="420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Ulangi</a:t>
            </a:r>
            <a:r>
              <a:rPr dirty="0" sz="1900" spc="-50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20" b="1">
                <a:solidFill>
                  <a:srgbClr val="143A5B"/>
                </a:solidFill>
                <a:latin typeface="Arial"/>
                <a:cs typeface="Arial"/>
              </a:rPr>
              <a:t>perlahan</a:t>
            </a:r>
            <a:r>
              <a:rPr dirty="0" sz="1900" spc="-50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dan</a:t>
            </a:r>
            <a:r>
              <a:rPr dirty="0" sz="1900" spc="-50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143A5B"/>
                </a:solidFill>
                <a:latin typeface="Arial"/>
                <a:cs typeface="Arial"/>
              </a:rPr>
              <a:t>teratur</a:t>
            </a:r>
            <a:endParaRPr sz="1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1"/>
            <a:ext cx="7568183" cy="914397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473200" y="333906"/>
            <a:ext cx="3153410" cy="2501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551430" algn="l"/>
              </a:tabLst>
            </a:pPr>
            <a:r>
              <a:rPr dirty="0" sz="1450" spc="-10" b="1">
                <a:solidFill>
                  <a:srgbClr val="FFFFFF"/>
                </a:solidFill>
                <a:latin typeface="Arial"/>
                <a:cs typeface="Arial"/>
              </a:rPr>
              <a:t>Beranda</a:t>
            </a:r>
            <a:r>
              <a:rPr dirty="0" sz="1450" b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450" spc="-20" b="1">
                <a:solidFill>
                  <a:srgbClr val="FFFFFF"/>
                </a:solidFill>
                <a:latin typeface="Arial"/>
                <a:cs typeface="Arial"/>
              </a:rPr>
              <a:t>Tujuan</a:t>
            </a:r>
            <a:endParaRPr sz="14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06238" y="333906"/>
            <a:ext cx="570865" cy="2501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50" spc="-10" b="1">
                <a:solidFill>
                  <a:srgbClr val="FFFFFF"/>
                </a:solidFill>
                <a:latin typeface="Arial"/>
                <a:cs typeface="Arial"/>
              </a:rPr>
              <a:t>Materi</a:t>
            </a:r>
            <a:endParaRPr sz="1450">
              <a:latin typeface="Arial"/>
              <a:cs typeface="Arial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831850" y="714947"/>
            <a:ext cx="4190365" cy="1192530"/>
          </a:xfrm>
          <a:prstGeom prst="rect"/>
        </p:spPr>
        <p:txBody>
          <a:bodyPr wrap="square" lIns="0" tIns="1822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dirty="0" spc="-55"/>
              <a:t>Latihan</a:t>
            </a:r>
            <a:r>
              <a:rPr dirty="0" spc="-420"/>
              <a:t> </a:t>
            </a:r>
            <a:r>
              <a:rPr dirty="0" spc="-85"/>
              <a:t>Meluncur</a:t>
            </a:r>
          </a:p>
          <a:p>
            <a:pPr marL="57150">
              <a:lnSpc>
                <a:spcPct val="100000"/>
              </a:lnSpc>
              <a:spcBef>
                <a:spcPts val="645"/>
              </a:spcBef>
            </a:pPr>
            <a:r>
              <a:rPr dirty="0" sz="1900">
                <a:latin typeface="Microsoft Sans Serif"/>
                <a:cs typeface="Microsoft Sans Serif"/>
              </a:rPr>
              <a:t>Tubuh</a:t>
            </a:r>
            <a:r>
              <a:rPr dirty="0" sz="1900" spc="15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lurus</a:t>
            </a:r>
            <a:r>
              <a:rPr dirty="0" sz="1900" spc="40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seperti</a:t>
            </a:r>
            <a:r>
              <a:rPr dirty="0" sz="1900" spc="20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anak</a:t>
            </a:r>
            <a:r>
              <a:rPr dirty="0" sz="1900" spc="15">
                <a:latin typeface="Microsoft Sans Serif"/>
                <a:cs typeface="Microsoft Sans Serif"/>
              </a:rPr>
              <a:t> </a:t>
            </a:r>
            <a:r>
              <a:rPr dirty="0" sz="1900" spc="-10">
                <a:latin typeface="Microsoft Sans Serif"/>
                <a:cs typeface="Microsoft Sans Serif"/>
              </a:rPr>
              <a:t>panah!</a:t>
            </a:r>
            <a:endParaRPr sz="19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09650" y="2252697"/>
            <a:ext cx="2785110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1.</a:t>
            </a:r>
            <a:r>
              <a:rPr dirty="0" sz="1900" spc="-5" b="1">
                <a:solidFill>
                  <a:srgbClr val="143A5B"/>
                </a:solidFill>
                <a:latin typeface="Arial"/>
                <a:cs typeface="Arial"/>
              </a:rPr>
              <a:t>  </a:t>
            </a: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Hadap </a:t>
            </a:r>
            <a:r>
              <a:rPr dirty="0" sz="1900" spc="-20" b="1">
                <a:solidFill>
                  <a:srgbClr val="143A5B"/>
                </a:solidFill>
                <a:latin typeface="Arial"/>
                <a:cs typeface="Arial"/>
              </a:rPr>
              <a:t>dinding</a:t>
            </a:r>
            <a:r>
              <a:rPr dirty="0" sz="1900" spc="-5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20" b="1">
                <a:solidFill>
                  <a:srgbClr val="143A5B"/>
                </a:solidFill>
                <a:latin typeface="Arial"/>
                <a:cs typeface="Arial"/>
              </a:rPr>
              <a:t>kolam</a:t>
            </a:r>
            <a:endParaRPr sz="1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9650" y="3503177"/>
            <a:ext cx="3399154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2.</a:t>
            </a:r>
            <a:r>
              <a:rPr dirty="0" sz="1900" spc="445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143A5B"/>
                </a:solidFill>
                <a:latin typeface="Arial"/>
                <a:cs typeface="Arial"/>
              </a:rPr>
              <a:t>Rapatkan</a:t>
            </a:r>
            <a:r>
              <a:rPr dirty="0" sz="1900" spc="-40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tangan</a:t>
            </a:r>
            <a:r>
              <a:rPr dirty="0" sz="1900" spc="-40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ke</a:t>
            </a:r>
            <a:r>
              <a:rPr dirty="0" sz="1900" spc="-40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20" b="1">
                <a:solidFill>
                  <a:srgbClr val="143A5B"/>
                </a:solidFill>
                <a:latin typeface="Arial"/>
                <a:cs typeface="Arial"/>
              </a:rPr>
              <a:t>depan</a:t>
            </a:r>
            <a:endParaRPr sz="1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9650" y="4792231"/>
            <a:ext cx="2664460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3.</a:t>
            </a:r>
            <a:r>
              <a:rPr dirty="0" sz="1900" spc="470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25" b="1">
                <a:solidFill>
                  <a:srgbClr val="143A5B"/>
                </a:solidFill>
                <a:latin typeface="Arial"/>
                <a:cs typeface="Arial"/>
              </a:rPr>
              <a:t>Tolakkan </a:t>
            </a:r>
            <a:r>
              <a:rPr dirty="0" sz="1900" spc="-20" b="1">
                <a:solidFill>
                  <a:srgbClr val="143A5B"/>
                </a:solidFill>
                <a:latin typeface="Arial"/>
                <a:cs typeface="Arial"/>
              </a:rPr>
              <a:t>kedua</a:t>
            </a:r>
            <a:r>
              <a:rPr dirty="0" sz="1900" spc="-25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20" b="1">
                <a:solidFill>
                  <a:srgbClr val="143A5B"/>
                </a:solidFill>
                <a:latin typeface="Arial"/>
                <a:cs typeface="Arial"/>
              </a:rPr>
              <a:t>kaki</a:t>
            </a:r>
            <a:endParaRPr sz="19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09650" y="6087631"/>
            <a:ext cx="2772410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4.</a:t>
            </a:r>
            <a:r>
              <a:rPr dirty="0" sz="1900" spc="445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45" b="1">
                <a:solidFill>
                  <a:srgbClr val="143A5B"/>
                </a:solidFill>
                <a:latin typeface="Arial"/>
                <a:cs typeface="Arial"/>
              </a:rPr>
              <a:t>Luruskan</a:t>
            </a:r>
            <a:r>
              <a:rPr dirty="0" sz="1900" spc="-40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tubuh</a:t>
            </a:r>
            <a:r>
              <a:rPr dirty="0" sz="1900" spc="-40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di</a:t>
            </a:r>
            <a:r>
              <a:rPr dirty="0" sz="1900" spc="-25" b="1">
                <a:solidFill>
                  <a:srgbClr val="143A5B"/>
                </a:solidFill>
                <a:latin typeface="Arial"/>
                <a:cs typeface="Arial"/>
              </a:rPr>
              <a:t> air</a:t>
            </a:r>
            <a:endParaRPr sz="19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09650" y="7522727"/>
            <a:ext cx="3212465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5.</a:t>
            </a:r>
            <a:r>
              <a:rPr dirty="0" sz="1900" spc="430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143A5B"/>
                </a:solidFill>
                <a:latin typeface="Arial"/>
                <a:cs typeface="Arial"/>
              </a:rPr>
              <a:t>Tekuk</a:t>
            </a:r>
            <a:r>
              <a:rPr dirty="0" sz="1900" spc="-45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lutut</a:t>
            </a:r>
            <a:r>
              <a:rPr dirty="0" sz="1900" spc="-45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ke</a:t>
            </a:r>
            <a:r>
              <a:rPr dirty="0" sz="1900" spc="-45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arah</a:t>
            </a:r>
            <a:r>
              <a:rPr dirty="0" sz="1900" spc="-45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20" b="1">
                <a:solidFill>
                  <a:srgbClr val="143A5B"/>
                </a:solidFill>
                <a:latin typeface="Arial"/>
                <a:cs typeface="Arial"/>
              </a:rPr>
              <a:t>perut</a:t>
            </a:r>
            <a:endParaRPr sz="1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568183" cy="914399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473200" y="333906"/>
            <a:ext cx="3153410" cy="2501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551430" algn="l"/>
              </a:tabLst>
            </a:pPr>
            <a:r>
              <a:rPr dirty="0" sz="1450" spc="-10" b="1">
                <a:solidFill>
                  <a:srgbClr val="FFFFFF"/>
                </a:solidFill>
                <a:latin typeface="Arial"/>
                <a:cs typeface="Arial"/>
              </a:rPr>
              <a:t>Beranda</a:t>
            </a:r>
            <a:r>
              <a:rPr dirty="0" sz="1450" b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450" spc="-20" b="1">
                <a:solidFill>
                  <a:srgbClr val="FFFFFF"/>
                </a:solidFill>
                <a:latin typeface="Arial"/>
                <a:cs typeface="Arial"/>
              </a:rPr>
              <a:t>Tujuan</a:t>
            </a:r>
            <a:endParaRPr sz="14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06238" y="333906"/>
            <a:ext cx="570865" cy="2501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50" spc="-10" b="1">
                <a:solidFill>
                  <a:srgbClr val="FFFFFF"/>
                </a:solidFill>
                <a:latin typeface="Arial"/>
                <a:cs typeface="Arial"/>
              </a:rPr>
              <a:t>Materi</a:t>
            </a:r>
            <a:endParaRPr sz="1450">
              <a:latin typeface="Arial"/>
              <a:cs typeface="Arial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831850" y="714934"/>
            <a:ext cx="4524375" cy="1192530"/>
          </a:xfrm>
          <a:prstGeom prst="rect"/>
        </p:spPr>
        <p:txBody>
          <a:bodyPr wrap="square" lIns="0" tIns="1822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dirty="0" spc="-55"/>
              <a:t>Latihan</a:t>
            </a:r>
            <a:r>
              <a:rPr dirty="0" spc="-425"/>
              <a:t> </a:t>
            </a:r>
            <a:r>
              <a:rPr dirty="0" spc="-85"/>
              <a:t>Gerak</a:t>
            </a:r>
            <a:r>
              <a:rPr dirty="0" spc="-475"/>
              <a:t> </a:t>
            </a:r>
            <a:r>
              <a:rPr dirty="0" spc="-25"/>
              <a:t>Kaki</a:t>
            </a:r>
          </a:p>
          <a:p>
            <a:pPr marL="57150">
              <a:lnSpc>
                <a:spcPct val="100000"/>
              </a:lnSpc>
              <a:spcBef>
                <a:spcPts val="645"/>
              </a:spcBef>
            </a:pPr>
            <a:r>
              <a:rPr dirty="0" sz="1900" spc="80">
                <a:latin typeface="Microsoft Sans Serif"/>
                <a:cs typeface="Microsoft Sans Serif"/>
              </a:rPr>
              <a:t>Naik–</a:t>
            </a:r>
            <a:r>
              <a:rPr dirty="0" sz="1900">
                <a:latin typeface="Microsoft Sans Serif"/>
                <a:cs typeface="Microsoft Sans Serif"/>
              </a:rPr>
              <a:t>turun</a:t>
            </a:r>
            <a:r>
              <a:rPr dirty="0" sz="1900" spc="120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dengan</a:t>
            </a:r>
            <a:r>
              <a:rPr dirty="0" sz="1900" spc="150">
                <a:latin typeface="Microsoft Sans Serif"/>
                <a:cs typeface="Microsoft Sans Serif"/>
              </a:rPr>
              <a:t> </a:t>
            </a:r>
            <a:r>
              <a:rPr dirty="0" sz="1900" spc="-10">
                <a:latin typeface="Microsoft Sans Serif"/>
                <a:cs typeface="Microsoft Sans Serif"/>
              </a:rPr>
              <a:t>teratur!</a:t>
            </a:r>
            <a:endParaRPr sz="19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09650" y="2576079"/>
            <a:ext cx="5884545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1.</a:t>
            </a:r>
            <a:r>
              <a:rPr dirty="0" sz="1900" spc="409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Duduk</a:t>
            </a:r>
            <a:r>
              <a:rPr dirty="0" sz="1900" spc="-55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143A5B"/>
                </a:solidFill>
                <a:latin typeface="Arial"/>
                <a:cs typeface="Arial"/>
              </a:rPr>
              <a:t>aman,</a:t>
            </a:r>
            <a:r>
              <a:rPr dirty="0" sz="1900" spc="-55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40" b="1">
                <a:solidFill>
                  <a:srgbClr val="143A5B"/>
                </a:solidFill>
                <a:latin typeface="Arial"/>
                <a:cs typeface="Arial"/>
              </a:rPr>
              <a:t>luruskan</a:t>
            </a:r>
            <a:r>
              <a:rPr dirty="0" sz="1900" spc="-55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20" b="1">
                <a:solidFill>
                  <a:srgbClr val="143A5B"/>
                </a:solidFill>
                <a:latin typeface="Arial"/>
                <a:cs typeface="Arial"/>
              </a:rPr>
              <a:t>kaki,</a:t>
            </a:r>
            <a:r>
              <a:rPr dirty="0" sz="1900" spc="-55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20" b="1">
                <a:solidFill>
                  <a:srgbClr val="143A5B"/>
                </a:solidFill>
                <a:latin typeface="Arial"/>
                <a:cs typeface="Arial"/>
              </a:rPr>
              <a:t>gerakkan</a:t>
            </a:r>
            <a:r>
              <a:rPr dirty="0" sz="1900" spc="-55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143A5B"/>
                </a:solidFill>
                <a:latin typeface="Arial"/>
                <a:cs typeface="Arial"/>
              </a:rPr>
              <a:t>bergantian</a:t>
            </a:r>
            <a:endParaRPr sz="1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9650" y="4341377"/>
            <a:ext cx="4795520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2.</a:t>
            </a:r>
            <a:r>
              <a:rPr dirty="0" sz="1900" spc="405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Duduk</a:t>
            </a:r>
            <a:r>
              <a:rPr dirty="0" sz="1900" spc="-60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di</a:t>
            </a:r>
            <a:r>
              <a:rPr dirty="0" sz="1900" spc="-60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tepi,</a:t>
            </a:r>
            <a:r>
              <a:rPr dirty="0" sz="1900" spc="-55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20" b="1">
                <a:solidFill>
                  <a:srgbClr val="143A5B"/>
                </a:solidFill>
                <a:latin typeface="Arial"/>
                <a:cs typeface="Arial"/>
              </a:rPr>
              <a:t>gerakkan</a:t>
            </a:r>
            <a:r>
              <a:rPr dirty="0" sz="1900" spc="-60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143A5B"/>
                </a:solidFill>
                <a:latin typeface="Arial"/>
                <a:cs typeface="Arial"/>
              </a:rPr>
              <a:t>kaki</a:t>
            </a:r>
            <a:r>
              <a:rPr dirty="0" sz="1900" spc="-60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143A5B"/>
                </a:solidFill>
                <a:latin typeface="Arial"/>
                <a:cs typeface="Arial"/>
              </a:rPr>
              <a:t>naik</a:t>
            </a:r>
            <a:r>
              <a:rPr dirty="0" sz="1900" spc="-60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143A5B"/>
                </a:solidFill>
                <a:latin typeface="Arial"/>
                <a:cs typeface="Arial"/>
              </a:rPr>
              <a:t>turun</a:t>
            </a:r>
            <a:endParaRPr sz="1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9650" y="5967453"/>
            <a:ext cx="4796155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3.</a:t>
            </a:r>
            <a:r>
              <a:rPr dirty="0" sz="1900" spc="400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Pegang</a:t>
            </a:r>
            <a:r>
              <a:rPr dirty="0" sz="1900" spc="-60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tepi</a:t>
            </a:r>
            <a:r>
              <a:rPr dirty="0" sz="1900" spc="-80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20" b="1">
                <a:solidFill>
                  <a:srgbClr val="143A5B"/>
                </a:solidFill>
                <a:latin typeface="Arial"/>
                <a:cs typeface="Arial"/>
              </a:rPr>
              <a:t>kolam</a:t>
            </a:r>
            <a:r>
              <a:rPr dirty="0" sz="1900" spc="-60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143A5B"/>
                </a:solidFill>
                <a:latin typeface="Arial"/>
                <a:cs typeface="Arial"/>
              </a:rPr>
              <a:t>dengan</a:t>
            </a:r>
            <a:r>
              <a:rPr dirty="0" sz="1900" spc="-60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143A5B"/>
                </a:solidFill>
                <a:latin typeface="Arial"/>
                <a:cs typeface="Arial"/>
              </a:rPr>
              <a:t>satu</a:t>
            </a:r>
            <a:r>
              <a:rPr dirty="0" sz="1900" spc="-60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143A5B"/>
                </a:solidFill>
                <a:latin typeface="Arial"/>
                <a:cs typeface="Arial"/>
              </a:rPr>
              <a:t>tangan</a:t>
            </a:r>
            <a:endParaRPr sz="19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09650" y="7560827"/>
            <a:ext cx="4589780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4.</a:t>
            </a:r>
            <a:r>
              <a:rPr dirty="0" sz="1900" spc="385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30" b="1">
                <a:solidFill>
                  <a:srgbClr val="143A5B"/>
                </a:solidFill>
                <a:latin typeface="Arial"/>
                <a:cs typeface="Arial"/>
              </a:rPr>
              <a:t>Gunakan</a:t>
            </a:r>
            <a:r>
              <a:rPr dirty="0" sz="1900" spc="-60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papan</a:t>
            </a:r>
            <a:r>
              <a:rPr dirty="0" sz="1900" spc="-45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20" b="1">
                <a:solidFill>
                  <a:srgbClr val="143A5B"/>
                </a:solidFill>
                <a:latin typeface="Arial"/>
                <a:cs typeface="Arial"/>
              </a:rPr>
              <a:t>pelampung</a:t>
            </a:r>
            <a:r>
              <a:rPr dirty="0" sz="1900" spc="-65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bila</a:t>
            </a:r>
            <a:r>
              <a:rPr dirty="0" sz="1900" spc="-60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143A5B"/>
                </a:solidFill>
                <a:latin typeface="Arial"/>
                <a:cs typeface="Arial"/>
              </a:rPr>
              <a:t>perlu</a:t>
            </a:r>
            <a:endParaRPr sz="1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1"/>
            <a:ext cx="7568183" cy="914397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473200" y="333918"/>
            <a:ext cx="3153410" cy="2501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551430" algn="l"/>
              </a:tabLst>
            </a:pPr>
            <a:r>
              <a:rPr dirty="0" sz="1450" spc="-10" b="1">
                <a:solidFill>
                  <a:srgbClr val="FFFFFF"/>
                </a:solidFill>
                <a:latin typeface="Arial"/>
                <a:cs typeface="Arial"/>
              </a:rPr>
              <a:t>Beranda</a:t>
            </a:r>
            <a:r>
              <a:rPr dirty="0" sz="1450" b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450" spc="-20" b="1">
                <a:solidFill>
                  <a:srgbClr val="FFFFFF"/>
                </a:solidFill>
                <a:latin typeface="Arial"/>
                <a:cs typeface="Arial"/>
              </a:rPr>
              <a:t>Tujuan</a:t>
            </a:r>
            <a:endParaRPr sz="14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06238" y="333918"/>
            <a:ext cx="570865" cy="2501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50" spc="-10" b="1">
                <a:solidFill>
                  <a:srgbClr val="FFFFFF"/>
                </a:solidFill>
                <a:latin typeface="Arial"/>
                <a:cs typeface="Arial"/>
              </a:rPr>
              <a:t>Materi</a:t>
            </a:r>
            <a:endParaRPr sz="1450">
              <a:latin typeface="Arial"/>
              <a:cs typeface="Arial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831850" y="714934"/>
            <a:ext cx="5250180" cy="1192530"/>
          </a:xfrm>
          <a:prstGeom prst="rect"/>
        </p:spPr>
        <p:txBody>
          <a:bodyPr wrap="square" lIns="0" tIns="1822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dirty="0" spc="-55"/>
              <a:t>Latihan</a:t>
            </a:r>
            <a:r>
              <a:rPr dirty="0" spc="-425"/>
              <a:t> </a:t>
            </a:r>
            <a:r>
              <a:rPr dirty="0" spc="-85"/>
              <a:t>Gerak</a:t>
            </a:r>
            <a:r>
              <a:rPr dirty="0" spc="-475"/>
              <a:t> </a:t>
            </a:r>
            <a:r>
              <a:rPr dirty="0" spc="-110"/>
              <a:t>Tangan</a:t>
            </a:r>
          </a:p>
          <a:p>
            <a:pPr marL="57150">
              <a:lnSpc>
                <a:spcPct val="100000"/>
              </a:lnSpc>
              <a:spcBef>
                <a:spcPts val="645"/>
              </a:spcBef>
            </a:pPr>
            <a:r>
              <a:rPr dirty="0" sz="1900" spc="50">
                <a:latin typeface="Microsoft Sans Serif"/>
                <a:cs typeface="Microsoft Sans Serif"/>
              </a:rPr>
              <a:t>Ayun</a:t>
            </a:r>
            <a:r>
              <a:rPr dirty="0" sz="1900" spc="65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kuat,</a:t>
            </a:r>
            <a:r>
              <a:rPr dirty="0" sz="1900" spc="65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tubuh</a:t>
            </a:r>
            <a:r>
              <a:rPr dirty="0" sz="1900" spc="65">
                <a:latin typeface="Microsoft Sans Serif"/>
                <a:cs typeface="Microsoft Sans Serif"/>
              </a:rPr>
              <a:t> </a:t>
            </a:r>
            <a:r>
              <a:rPr dirty="0" sz="1900" spc="-20">
                <a:latin typeface="Microsoft Sans Serif"/>
                <a:cs typeface="Microsoft Sans Serif"/>
              </a:rPr>
              <a:t>maju!</a:t>
            </a:r>
            <a:endParaRPr sz="19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09650" y="2436383"/>
            <a:ext cx="3458845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1.</a:t>
            </a:r>
            <a:r>
              <a:rPr dirty="0" sz="1900" spc="405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20" b="1">
                <a:solidFill>
                  <a:srgbClr val="143A5B"/>
                </a:solidFill>
                <a:latin typeface="Arial"/>
                <a:cs typeface="Arial"/>
              </a:rPr>
              <a:t>Berdiri</a:t>
            </a:r>
            <a:r>
              <a:rPr dirty="0" sz="1900" spc="-60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di</a:t>
            </a:r>
            <a:r>
              <a:rPr dirty="0" sz="1900" spc="-55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143A5B"/>
                </a:solidFill>
                <a:latin typeface="Arial"/>
                <a:cs typeface="Arial"/>
              </a:rPr>
              <a:t>kolam</a:t>
            </a:r>
            <a:r>
              <a:rPr dirty="0" sz="1900" spc="-60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yang</a:t>
            </a:r>
            <a:r>
              <a:rPr dirty="0" sz="1900" spc="-60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20" b="1">
                <a:solidFill>
                  <a:srgbClr val="143A5B"/>
                </a:solidFill>
                <a:latin typeface="Arial"/>
                <a:cs typeface="Arial"/>
              </a:rPr>
              <a:t>aman</a:t>
            </a:r>
            <a:endParaRPr sz="1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9650" y="3731783"/>
            <a:ext cx="4209415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2.</a:t>
            </a:r>
            <a:r>
              <a:rPr dirty="0" sz="1900" spc="450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30" b="1">
                <a:solidFill>
                  <a:srgbClr val="143A5B"/>
                </a:solidFill>
                <a:latin typeface="Arial"/>
                <a:cs typeface="Arial"/>
              </a:rPr>
              <a:t>Berjalan</a:t>
            </a:r>
            <a:r>
              <a:rPr dirty="0" sz="1900" spc="-40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25" b="1">
                <a:solidFill>
                  <a:srgbClr val="143A5B"/>
                </a:solidFill>
                <a:latin typeface="Arial"/>
                <a:cs typeface="Arial"/>
              </a:rPr>
              <a:t>sambil</a:t>
            </a:r>
            <a:r>
              <a:rPr dirty="0" sz="1900" spc="-35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25" b="1">
                <a:solidFill>
                  <a:srgbClr val="143A5B"/>
                </a:solidFill>
                <a:latin typeface="Arial"/>
                <a:cs typeface="Arial"/>
              </a:rPr>
              <a:t>mengayun</a:t>
            </a:r>
            <a:r>
              <a:rPr dirty="0" sz="1900" spc="-35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143A5B"/>
                </a:solidFill>
                <a:latin typeface="Arial"/>
                <a:cs typeface="Arial"/>
              </a:rPr>
              <a:t>tangan</a:t>
            </a:r>
            <a:endParaRPr sz="1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9650" y="5014479"/>
            <a:ext cx="3267710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3.</a:t>
            </a:r>
            <a:r>
              <a:rPr dirty="0" sz="1900" spc="430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143A5B"/>
                </a:solidFill>
                <a:latin typeface="Arial"/>
                <a:cs typeface="Arial"/>
              </a:rPr>
              <a:t>Ayunkan</a:t>
            </a:r>
            <a:r>
              <a:rPr dirty="0" sz="1900" spc="-25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kuat</a:t>
            </a:r>
            <a:r>
              <a:rPr dirty="0" sz="1900" spc="-50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dan</a:t>
            </a:r>
            <a:r>
              <a:rPr dirty="0" sz="1900" spc="-45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143A5B"/>
                </a:solidFill>
                <a:latin typeface="Arial"/>
                <a:cs typeface="Arial"/>
              </a:rPr>
              <a:t>teratur</a:t>
            </a:r>
            <a:endParaRPr sz="19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09650" y="6303533"/>
            <a:ext cx="3566795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4.</a:t>
            </a:r>
            <a:r>
              <a:rPr dirty="0" sz="1900" spc="425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30" b="1">
                <a:solidFill>
                  <a:srgbClr val="143A5B"/>
                </a:solidFill>
                <a:latin typeface="Arial"/>
                <a:cs typeface="Arial"/>
              </a:rPr>
              <a:t>Gunakan </a:t>
            </a: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tangan</a:t>
            </a:r>
            <a:r>
              <a:rPr dirty="0" sz="1900" spc="-25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untuk</a:t>
            </a:r>
            <a:r>
              <a:rPr dirty="0" sz="1900" spc="-50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20" b="1">
                <a:solidFill>
                  <a:srgbClr val="143A5B"/>
                </a:solidFill>
                <a:latin typeface="Arial"/>
                <a:cs typeface="Arial"/>
              </a:rPr>
              <a:t>maju</a:t>
            </a:r>
            <a:endParaRPr sz="19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09650" y="7656083"/>
            <a:ext cx="3564254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5.</a:t>
            </a:r>
            <a:r>
              <a:rPr dirty="0" sz="1900" spc="430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20" b="1">
                <a:solidFill>
                  <a:srgbClr val="143A5B"/>
                </a:solidFill>
                <a:latin typeface="Arial"/>
                <a:cs typeface="Arial"/>
              </a:rPr>
              <a:t>Coba</a:t>
            </a:r>
            <a:r>
              <a:rPr dirty="0" sz="1900" spc="-45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dalam</a:t>
            </a:r>
            <a:r>
              <a:rPr dirty="0" sz="1900" spc="-25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65" b="1">
                <a:solidFill>
                  <a:srgbClr val="143A5B"/>
                </a:solidFill>
                <a:latin typeface="Arial"/>
                <a:cs typeface="Arial"/>
              </a:rPr>
              <a:t>posisi</a:t>
            </a:r>
            <a:r>
              <a:rPr dirty="0" sz="1900" spc="-45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143A5B"/>
                </a:solidFill>
                <a:latin typeface="Arial"/>
                <a:cs typeface="Arial"/>
              </a:rPr>
              <a:t>berenang</a:t>
            </a:r>
            <a:endParaRPr sz="1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568183" cy="914399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473200" y="333906"/>
            <a:ext cx="3153410" cy="2501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551430" algn="l"/>
              </a:tabLst>
            </a:pPr>
            <a:r>
              <a:rPr dirty="0" sz="1450" spc="-10" b="1">
                <a:solidFill>
                  <a:srgbClr val="FFFFFF"/>
                </a:solidFill>
                <a:latin typeface="Arial"/>
                <a:cs typeface="Arial"/>
              </a:rPr>
              <a:t>Beranda</a:t>
            </a:r>
            <a:r>
              <a:rPr dirty="0" sz="1450" b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450" spc="-20" b="1">
                <a:solidFill>
                  <a:srgbClr val="FFFFFF"/>
                </a:solidFill>
                <a:latin typeface="Arial"/>
                <a:cs typeface="Arial"/>
              </a:rPr>
              <a:t>Tujuan</a:t>
            </a:r>
            <a:endParaRPr sz="14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06238" y="333906"/>
            <a:ext cx="570865" cy="2501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50" spc="-10" b="1">
                <a:solidFill>
                  <a:srgbClr val="FFFFFF"/>
                </a:solidFill>
                <a:latin typeface="Arial"/>
                <a:cs typeface="Arial"/>
              </a:rPr>
              <a:t>Materi</a:t>
            </a:r>
            <a:endParaRPr sz="1450">
              <a:latin typeface="Arial"/>
              <a:cs typeface="Arial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22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dirty="0" spc="-75"/>
              <a:t>Pengingat</a:t>
            </a:r>
            <a:r>
              <a:rPr dirty="0" spc="-440"/>
              <a:t> </a:t>
            </a:r>
            <a:r>
              <a:rPr dirty="0" spc="-50"/>
              <a:t>Keselamatan</a:t>
            </a:r>
          </a:p>
          <a:p>
            <a:pPr marL="57150">
              <a:lnSpc>
                <a:spcPct val="100000"/>
              </a:lnSpc>
              <a:spcBef>
                <a:spcPts val="645"/>
              </a:spcBef>
            </a:pPr>
            <a:r>
              <a:rPr dirty="0" sz="1900">
                <a:latin typeface="Microsoft Sans Serif"/>
                <a:cs typeface="Microsoft Sans Serif"/>
              </a:rPr>
              <a:t>Aman</a:t>
            </a:r>
            <a:r>
              <a:rPr dirty="0" sz="1900" spc="50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dulu,</a:t>
            </a:r>
            <a:r>
              <a:rPr dirty="0" sz="1900" spc="55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baru</a:t>
            </a:r>
            <a:r>
              <a:rPr dirty="0" sz="1900" spc="50">
                <a:latin typeface="Microsoft Sans Serif"/>
                <a:cs typeface="Microsoft Sans Serif"/>
              </a:rPr>
              <a:t> </a:t>
            </a:r>
            <a:r>
              <a:rPr dirty="0" sz="1900" spc="-20">
                <a:latin typeface="Microsoft Sans Serif"/>
                <a:cs typeface="Microsoft Sans Serif"/>
              </a:rPr>
              <a:t>seru!</a:t>
            </a:r>
            <a:endParaRPr sz="19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55700" y="2950721"/>
            <a:ext cx="4177665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1.</a:t>
            </a:r>
            <a:r>
              <a:rPr dirty="0" sz="1900" spc="409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35" b="1">
                <a:solidFill>
                  <a:srgbClr val="143A5B"/>
                </a:solidFill>
                <a:latin typeface="Arial"/>
                <a:cs typeface="Arial"/>
              </a:rPr>
              <a:t>Bersama</a:t>
            </a:r>
            <a:r>
              <a:rPr dirty="0" sz="1900" spc="-60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guru</a:t>
            </a:r>
            <a:r>
              <a:rPr dirty="0" sz="1900" spc="-55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atau</a:t>
            </a:r>
            <a:r>
              <a:rPr dirty="0" sz="1900" spc="-60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orang</a:t>
            </a:r>
            <a:r>
              <a:rPr dirty="0" sz="1900" spc="-40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143A5B"/>
                </a:solidFill>
                <a:latin typeface="Arial"/>
                <a:cs typeface="Arial"/>
              </a:rPr>
              <a:t>dewasa</a:t>
            </a:r>
            <a:endParaRPr sz="1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55700" y="4677925"/>
            <a:ext cx="3081655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b="1">
                <a:solidFill>
                  <a:srgbClr val="143A5B"/>
                </a:solidFill>
                <a:latin typeface="Arial"/>
                <a:cs typeface="Arial"/>
              </a:rPr>
              <a:t>3.</a:t>
            </a:r>
            <a:r>
              <a:rPr dirty="0" sz="1900" spc="445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35" b="1">
                <a:solidFill>
                  <a:srgbClr val="143A5B"/>
                </a:solidFill>
                <a:latin typeface="Arial"/>
                <a:cs typeface="Arial"/>
              </a:rPr>
              <a:t>Lakukan </a:t>
            </a:r>
            <a:r>
              <a:rPr dirty="0" sz="1900" spc="-10" b="1">
                <a:solidFill>
                  <a:srgbClr val="143A5B"/>
                </a:solidFill>
                <a:latin typeface="Arial"/>
                <a:cs typeface="Arial"/>
              </a:rPr>
              <a:t>dengan</a:t>
            </a:r>
            <a:r>
              <a:rPr dirty="0" sz="1900" spc="-40" b="1">
                <a:solidFill>
                  <a:srgbClr val="143A5B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143A5B"/>
                </a:solidFill>
                <a:latin typeface="Arial"/>
                <a:cs typeface="Arial"/>
              </a:rPr>
              <a:t>tenang</a:t>
            </a:r>
            <a:endParaRPr sz="1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80000" y="6611600"/>
            <a:ext cx="2527935" cy="5346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350" spc="-170">
                <a:solidFill>
                  <a:srgbClr val="FF7968"/>
                </a:solidFill>
                <a:latin typeface="Lucida Sans"/>
                <a:cs typeface="Lucida Sans"/>
              </a:rPr>
              <a:t>Aku</a:t>
            </a:r>
            <a:r>
              <a:rPr dirty="0" sz="3350" spc="-370">
                <a:solidFill>
                  <a:srgbClr val="FF7968"/>
                </a:solidFill>
                <a:latin typeface="Lucida Sans"/>
                <a:cs typeface="Lucida Sans"/>
              </a:rPr>
              <a:t> </a:t>
            </a:r>
            <a:r>
              <a:rPr dirty="0" sz="3350" spc="-90">
                <a:solidFill>
                  <a:srgbClr val="FF7968"/>
                </a:solidFill>
                <a:latin typeface="Lucida Sans"/>
                <a:cs typeface="Lucida Sans"/>
              </a:rPr>
              <a:t>siap</a:t>
            </a:r>
            <a:r>
              <a:rPr dirty="0" sz="3350" spc="-365">
                <a:solidFill>
                  <a:srgbClr val="FF7968"/>
                </a:solidFill>
                <a:latin typeface="Lucida Sans"/>
                <a:cs typeface="Lucida Sans"/>
              </a:rPr>
              <a:t> </a:t>
            </a:r>
            <a:r>
              <a:rPr dirty="0" sz="3350" spc="-25">
                <a:solidFill>
                  <a:srgbClr val="FF7968"/>
                </a:solidFill>
                <a:latin typeface="Lucida Sans"/>
                <a:cs typeface="Lucida Sans"/>
              </a:rPr>
              <a:t>berl</a:t>
            </a:r>
            <a:endParaRPr sz="335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568183" cy="914399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473200" y="333906"/>
            <a:ext cx="748030" cy="2501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50" spc="-20" b="1">
                <a:solidFill>
                  <a:srgbClr val="FFFFFF"/>
                </a:solidFill>
                <a:latin typeface="Arial"/>
                <a:cs typeface="Arial"/>
              </a:rPr>
              <a:t>Beranda</a:t>
            </a:r>
            <a:endParaRPr sz="14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12007" y="333906"/>
            <a:ext cx="614680" cy="2501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50" spc="-20" b="1">
                <a:solidFill>
                  <a:srgbClr val="FFFFFF"/>
                </a:solidFill>
                <a:latin typeface="Arial"/>
                <a:cs typeface="Arial"/>
              </a:rPr>
              <a:t>Tujuan</a:t>
            </a:r>
            <a:endParaRPr sz="14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06238" y="333906"/>
            <a:ext cx="570865" cy="2501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50" spc="-10" b="1">
                <a:solidFill>
                  <a:srgbClr val="FFFFFF"/>
                </a:solidFill>
                <a:latin typeface="Arial"/>
                <a:cs typeface="Arial"/>
              </a:rPr>
              <a:t>Materi</a:t>
            </a:r>
            <a:endParaRPr sz="14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1850" y="879685"/>
            <a:ext cx="6757670" cy="295783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100" spc="-145">
                <a:solidFill>
                  <a:srgbClr val="143A5B"/>
                </a:solidFill>
                <a:latin typeface="Lucida Sans"/>
                <a:cs typeface="Lucida Sans"/>
              </a:rPr>
              <a:t>Games</a:t>
            </a:r>
            <a:r>
              <a:rPr dirty="0" sz="4100" spc="-459">
                <a:solidFill>
                  <a:srgbClr val="143A5B"/>
                </a:solidFill>
                <a:latin typeface="Lucida Sans"/>
                <a:cs typeface="Lucida Sans"/>
              </a:rPr>
              <a:t> </a:t>
            </a:r>
            <a:r>
              <a:rPr dirty="0" sz="4100" spc="-20">
                <a:solidFill>
                  <a:srgbClr val="143A5B"/>
                </a:solidFill>
                <a:latin typeface="Lucida Sans"/>
                <a:cs typeface="Lucida Sans"/>
              </a:rPr>
              <a:t>Kuis</a:t>
            </a:r>
            <a:endParaRPr sz="41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</a:pPr>
            <a:endParaRPr sz="41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endParaRPr sz="4100">
              <a:latin typeface="Lucida Sans"/>
              <a:cs typeface="Lucida Sans"/>
            </a:endParaRPr>
          </a:p>
          <a:p>
            <a:pPr marL="266700" marR="5080">
              <a:lnSpc>
                <a:spcPts val="4000"/>
              </a:lnSpc>
            </a:pPr>
            <a:r>
              <a:rPr dirty="0" sz="3700" spc="-175">
                <a:solidFill>
                  <a:srgbClr val="143A5B"/>
                </a:solidFill>
                <a:latin typeface="Lucida Sans"/>
                <a:cs typeface="Lucida Sans"/>
              </a:rPr>
              <a:t>Yuk,</a:t>
            </a:r>
            <a:r>
              <a:rPr dirty="0" sz="3700" spc="-385">
                <a:solidFill>
                  <a:srgbClr val="143A5B"/>
                </a:solidFill>
                <a:latin typeface="Lucida Sans"/>
                <a:cs typeface="Lucida Sans"/>
              </a:rPr>
              <a:t> </a:t>
            </a:r>
            <a:r>
              <a:rPr dirty="0" sz="3700" spc="-40">
                <a:solidFill>
                  <a:srgbClr val="143A5B"/>
                </a:solidFill>
                <a:latin typeface="Lucida Sans"/>
                <a:cs typeface="Lucida Sans"/>
              </a:rPr>
              <a:t>jawab</a:t>
            </a:r>
            <a:r>
              <a:rPr dirty="0" sz="3700" spc="-380">
                <a:solidFill>
                  <a:srgbClr val="143A5B"/>
                </a:solidFill>
                <a:latin typeface="Lucida Sans"/>
                <a:cs typeface="Lucida Sans"/>
              </a:rPr>
              <a:t> </a:t>
            </a:r>
            <a:r>
              <a:rPr dirty="0" sz="3700" spc="-35">
                <a:solidFill>
                  <a:srgbClr val="143A5B"/>
                </a:solidFill>
                <a:latin typeface="Lucida Sans"/>
                <a:cs typeface="Lucida Sans"/>
              </a:rPr>
              <a:t>pertanyaan</a:t>
            </a:r>
            <a:r>
              <a:rPr dirty="0" sz="3700" spc="-385">
                <a:solidFill>
                  <a:srgbClr val="143A5B"/>
                </a:solidFill>
                <a:latin typeface="Lucida Sans"/>
                <a:cs typeface="Lucida Sans"/>
              </a:rPr>
              <a:t> </a:t>
            </a:r>
            <a:r>
              <a:rPr dirty="0" sz="3700" spc="-10">
                <a:solidFill>
                  <a:srgbClr val="143A5B"/>
                </a:solidFill>
                <a:latin typeface="Lucida Sans"/>
                <a:cs typeface="Lucida Sans"/>
              </a:rPr>
              <a:t>tentan </a:t>
            </a:r>
            <a:r>
              <a:rPr dirty="0" sz="3700" spc="-45">
                <a:solidFill>
                  <a:srgbClr val="143A5B"/>
                </a:solidFill>
                <a:latin typeface="Lucida Sans"/>
                <a:cs typeface="Lucida Sans"/>
              </a:rPr>
              <a:t>latihan</a:t>
            </a:r>
            <a:r>
              <a:rPr dirty="0" sz="3700" spc="-375">
                <a:solidFill>
                  <a:srgbClr val="143A5B"/>
                </a:solidFill>
                <a:latin typeface="Lucida Sans"/>
                <a:cs typeface="Lucida Sans"/>
              </a:rPr>
              <a:t> </a:t>
            </a:r>
            <a:r>
              <a:rPr dirty="0" sz="3700" spc="-100">
                <a:solidFill>
                  <a:srgbClr val="143A5B"/>
                </a:solidFill>
                <a:latin typeface="Lucida Sans"/>
                <a:cs typeface="Lucida Sans"/>
              </a:rPr>
              <a:t>pengenalan</a:t>
            </a:r>
            <a:r>
              <a:rPr dirty="0" sz="3700" spc="-330">
                <a:solidFill>
                  <a:srgbClr val="143A5B"/>
                </a:solidFill>
                <a:latin typeface="Lucida Sans"/>
                <a:cs typeface="Lucida Sans"/>
              </a:rPr>
              <a:t> </a:t>
            </a:r>
            <a:r>
              <a:rPr dirty="0" sz="3700" spc="-20">
                <a:solidFill>
                  <a:srgbClr val="143A5B"/>
                </a:solidFill>
                <a:latin typeface="Lucida Sans"/>
                <a:cs typeface="Lucida Sans"/>
              </a:rPr>
              <a:t>air!</a:t>
            </a:r>
            <a:endParaRPr sz="3700">
              <a:latin typeface="Lucida Sans"/>
              <a:cs typeface="Lucida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55850" y="5933364"/>
            <a:ext cx="14655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 b="1">
                <a:solidFill>
                  <a:srgbClr val="FFFFFF"/>
                </a:solidFill>
                <a:latin typeface="Arial"/>
                <a:cs typeface="Arial"/>
              </a:rPr>
              <a:t>Mulai</a:t>
            </a:r>
            <a:r>
              <a:rPr dirty="0" sz="2400" spc="-1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0" b="1">
                <a:solidFill>
                  <a:srgbClr val="FFFFFF"/>
                </a:solidFill>
                <a:latin typeface="Arial"/>
                <a:cs typeface="Arial"/>
              </a:rPr>
              <a:t>Kuis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1"/>
            <a:ext cx="7568183" cy="914398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473200" y="333918"/>
            <a:ext cx="5604510" cy="2501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551430" algn="l"/>
                <a:tab pos="5045075" algn="l"/>
              </a:tabLst>
            </a:pPr>
            <a:r>
              <a:rPr dirty="0" sz="1450" spc="-10" b="1">
                <a:solidFill>
                  <a:srgbClr val="FFFFFF"/>
                </a:solidFill>
                <a:latin typeface="Arial"/>
                <a:cs typeface="Arial"/>
              </a:rPr>
              <a:t>Beranda</a:t>
            </a:r>
            <a:r>
              <a:rPr dirty="0" sz="1450" b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450" spc="-10" b="1">
                <a:solidFill>
                  <a:srgbClr val="FFFFFF"/>
                </a:solidFill>
                <a:latin typeface="Arial"/>
                <a:cs typeface="Arial"/>
              </a:rPr>
              <a:t>Tujuan</a:t>
            </a:r>
            <a:r>
              <a:rPr dirty="0" sz="1450" b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450" spc="-10" b="1">
                <a:solidFill>
                  <a:srgbClr val="FFFFFF"/>
                </a:solidFill>
                <a:latin typeface="Arial"/>
                <a:cs typeface="Arial"/>
              </a:rPr>
              <a:t>Materi</a:t>
            </a:r>
            <a:endParaRPr sz="145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190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50"/>
              <a:t>Apa</a:t>
            </a:r>
            <a:r>
              <a:rPr dirty="0" spc="-445"/>
              <a:t> </a:t>
            </a:r>
            <a:r>
              <a:rPr dirty="0" spc="-75"/>
              <a:t>yang</a:t>
            </a:r>
            <a:r>
              <a:rPr dirty="0" spc="-490"/>
              <a:t> </a:t>
            </a:r>
            <a:r>
              <a:rPr dirty="0" spc="-80"/>
              <a:t>harus</a:t>
            </a:r>
            <a:r>
              <a:rPr dirty="0" spc="-440"/>
              <a:t> </a:t>
            </a:r>
            <a:r>
              <a:rPr dirty="0" spc="-95"/>
              <a:t>dilakukan</a:t>
            </a:r>
            <a:r>
              <a:rPr dirty="0" spc="-490"/>
              <a:t> </a:t>
            </a:r>
            <a:r>
              <a:rPr dirty="0" spc="-25"/>
              <a:t>sa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31000" y="2997009"/>
            <a:ext cx="883285" cy="3409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50" b="1">
                <a:solidFill>
                  <a:srgbClr val="FFFFFF"/>
                </a:solidFill>
                <a:latin typeface="Arial"/>
                <a:cs typeface="Arial"/>
              </a:rPr>
              <a:t>A.</a:t>
            </a:r>
            <a:r>
              <a:rPr dirty="0" sz="205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50" spc="-50" b="1">
                <a:solidFill>
                  <a:srgbClr val="FFFFFF"/>
                </a:solidFill>
                <a:latin typeface="Arial"/>
                <a:cs typeface="Arial"/>
              </a:rPr>
              <a:t>Lom</a:t>
            </a:r>
            <a:endParaRPr sz="20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88000" y="4482909"/>
            <a:ext cx="1950720" cy="3409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50" spc="-10" b="1">
                <a:solidFill>
                  <a:srgbClr val="FFFFFF"/>
                </a:solidFill>
                <a:latin typeface="Arial"/>
                <a:cs typeface="Arial"/>
              </a:rPr>
              <a:t>B.</a:t>
            </a:r>
            <a:r>
              <a:rPr dirty="0" sz="2050" spc="-1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50" spc="-45" b="1">
                <a:solidFill>
                  <a:srgbClr val="FFFFFF"/>
                </a:solidFill>
                <a:latin typeface="Arial"/>
                <a:cs typeface="Arial"/>
              </a:rPr>
              <a:t>Masuk</a:t>
            </a:r>
            <a:r>
              <a:rPr dirty="0" sz="2050" spc="-1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50" spc="-10" b="1">
                <a:solidFill>
                  <a:srgbClr val="FFFFFF"/>
                </a:solidFill>
                <a:latin typeface="Arial"/>
                <a:cs typeface="Arial"/>
              </a:rPr>
              <a:t>perlah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50050" y="5962451"/>
            <a:ext cx="826769" cy="3409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50" spc="-10" b="1">
                <a:solidFill>
                  <a:srgbClr val="FFFFFF"/>
                </a:solidFill>
                <a:latin typeface="Arial"/>
                <a:cs typeface="Arial"/>
              </a:rPr>
              <a:t>C.</a:t>
            </a:r>
            <a:r>
              <a:rPr dirty="0" sz="2050" spc="-1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50" spc="-35" b="1">
                <a:solidFill>
                  <a:srgbClr val="FFFFFF"/>
                </a:solidFill>
                <a:latin typeface="Arial"/>
                <a:cs typeface="Arial"/>
              </a:rPr>
              <a:t>Berl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568183" cy="914399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4087" rIns="0" bIns="0" rtlCol="0" vert="horz">
            <a:spAutoFit/>
          </a:bodyPr>
          <a:lstStyle/>
          <a:p>
            <a:pPr marL="120650">
              <a:lnSpc>
                <a:spcPct val="100000"/>
              </a:lnSpc>
              <a:spcBef>
                <a:spcPts val="114"/>
              </a:spcBef>
            </a:pPr>
            <a:r>
              <a:rPr dirty="0" sz="9450" spc="270">
                <a:solidFill>
                  <a:srgbClr val="076FA8"/>
                </a:solidFill>
                <a:latin typeface="Arial"/>
                <a:cs typeface="Arial"/>
              </a:rPr>
              <a:t>J</a:t>
            </a:r>
            <a:r>
              <a:rPr dirty="0" sz="9450" spc="-15">
                <a:solidFill>
                  <a:srgbClr val="076FA8"/>
                </a:solidFill>
                <a:latin typeface="Arial"/>
                <a:cs typeface="Arial"/>
              </a:rPr>
              <a:t>a</a:t>
            </a:r>
            <a:r>
              <a:rPr dirty="0" sz="9450" spc="-515">
                <a:solidFill>
                  <a:srgbClr val="076FA8"/>
                </a:solidFill>
                <a:latin typeface="Arial"/>
                <a:cs typeface="Arial"/>
              </a:rPr>
              <a:t>w</a:t>
            </a:r>
            <a:r>
              <a:rPr dirty="0" sz="9450" spc="-15">
                <a:solidFill>
                  <a:srgbClr val="076FA8"/>
                </a:solidFill>
                <a:latin typeface="Arial"/>
                <a:cs typeface="Arial"/>
              </a:rPr>
              <a:t>a</a:t>
            </a:r>
            <a:r>
              <a:rPr dirty="0" sz="9450" spc="-45">
                <a:solidFill>
                  <a:srgbClr val="076FA8"/>
                </a:solidFill>
                <a:latin typeface="Arial"/>
                <a:cs typeface="Arial"/>
              </a:rPr>
              <a:t>b</a:t>
            </a:r>
            <a:r>
              <a:rPr dirty="0" sz="9450" spc="-15">
                <a:solidFill>
                  <a:srgbClr val="076FA8"/>
                </a:solidFill>
                <a:latin typeface="Arial"/>
                <a:cs typeface="Arial"/>
              </a:rPr>
              <a:t>a</a:t>
            </a:r>
            <a:r>
              <a:rPr dirty="0" sz="9450" spc="10">
                <a:solidFill>
                  <a:srgbClr val="076FA8"/>
                </a:solidFill>
                <a:latin typeface="Arial"/>
                <a:cs typeface="Arial"/>
              </a:rPr>
              <a:t>n</a:t>
            </a:r>
            <a:r>
              <a:rPr dirty="0" sz="9450" spc="-605">
                <a:solidFill>
                  <a:srgbClr val="076FA8"/>
                </a:solidFill>
                <a:latin typeface="Arial"/>
                <a:cs typeface="Arial"/>
              </a:rPr>
              <a:t> </a:t>
            </a:r>
            <a:r>
              <a:rPr dirty="0" sz="9450" spc="-25">
                <a:solidFill>
                  <a:srgbClr val="076FA8"/>
                </a:solidFill>
                <a:latin typeface="Arial"/>
                <a:cs typeface="Arial"/>
              </a:rPr>
              <a:t>Be</a:t>
            </a:r>
            <a:endParaRPr sz="945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>
              <a:lnSpc>
                <a:spcPct val="125499"/>
              </a:lnSpc>
              <a:spcBef>
                <a:spcPts val="95"/>
              </a:spcBef>
            </a:pPr>
            <a:r>
              <a:rPr dirty="0"/>
              <a:t>Hebat!</a:t>
            </a:r>
            <a:r>
              <a:rPr dirty="0" spc="145"/>
              <a:t> </a:t>
            </a:r>
            <a:r>
              <a:rPr dirty="0" spc="-10"/>
              <a:t>Jawabanmu </a:t>
            </a:r>
            <a:r>
              <a:rPr dirty="0"/>
              <a:t>tepat.</a:t>
            </a:r>
            <a:r>
              <a:rPr dirty="0" spc="235"/>
              <a:t> </a:t>
            </a:r>
            <a:r>
              <a:rPr dirty="0"/>
              <a:t>Kamu</a:t>
            </a:r>
            <a:r>
              <a:rPr dirty="0" spc="220"/>
              <a:t> </a:t>
            </a:r>
            <a:r>
              <a:rPr dirty="0" spc="-10"/>
              <a:t>sudah </a:t>
            </a:r>
            <a:r>
              <a:rPr dirty="0"/>
              <a:t>memahami</a:t>
            </a:r>
            <a:r>
              <a:rPr dirty="0" spc="340"/>
              <a:t> </a:t>
            </a:r>
            <a:r>
              <a:rPr dirty="0" spc="-10"/>
              <a:t>materi </a:t>
            </a:r>
            <a:r>
              <a:rPr dirty="0"/>
              <a:t>pengenalan</a:t>
            </a:r>
            <a:r>
              <a:rPr dirty="0" spc="459"/>
              <a:t> </a:t>
            </a:r>
            <a:r>
              <a:rPr dirty="0" spc="-190"/>
              <a:t>ai</a:t>
            </a:r>
            <a:r>
              <a:rPr dirty="0" spc="-665"/>
              <a:t> </a:t>
            </a:r>
            <a:r>
              <a:rPr dirty="0" spc="-25"/>
              <a:t>r.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254250" y="7220367"/>
            <a:ext cx="1694814" cy="138049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111600"/>
              </a:lnSpc>
              <a:spcBef>
                <a:spcPts val="110"/>
              </a:spcBef>
            </a:pPr>
            <a:r>
              <a:rPr dirty="0" sz="2650">
                <a:solidFill>
                  <a:srgbClr val="F8F8F8"/>
                </a:solidFill>
                <a:latin typeface="Arial"/>
                <a:cs typeface="Arial"/>
              </a:rPr>
              <a:t>Lanjut</a:t>
            </a:r>
            <a:r>
              <a:rPr dirty="0" sz="2650" spc="45">
                <a:solidFill>
                  <a:srgbClr val="F8F8F8"/>
                </a:solidFill>
                <a:latin typeface="Arial"/>
                <a:cs typeface="Arial"/>
              </a:rPr>
              <a:t> </a:t>
            </a:r>
            <a:r>
              <a:rPr dirty="0" sz="2650" spc="-25">
                <a:solidFill>
                  <a:srgbClr val="F8F8F8"/>
                </a:solidFill>
                <a:latin typeface="Arial"/>
                <a:cs typeface="Arial"/>
              </a:rPr>
              <a:t>ke </a:t>
            </a:r>
            <a:r>
              <a:rPr dirty="0" sz="2650" spc="-55">
                <a:solidFill>
                  <a:srgbClr val="F8F8F8"/>
                </a:solidFill>
                <a:latin typeface="Arial"/>
                <a:cs typeface="Arial"/>
              </a:rPr>
              <a:t>Pertanyaan </a:t>
            </a:r>
            <a:r>
              <a:rPr dirty="0" sz="2650" spc="-10">
                <a:solidFill>
                  <a:srgbClr val="F8F8F8"/>
                </a:solidFill>
                <a:latin typeface="Arial"/>
                <a:cs typeface="Arial"/>
              </a:rPr>
              <a:t>Berikutnya</a:t>
            </a:r>
            <a:endParaRPr sz="26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1"/>
            <a:ext cx="7568183" cy="914398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4663" rIns="0" bIns="0" rtlCol="0" vert="horz">
            <a:spAutoFit/>
          </a:bodyPr>
          <a:lstStyle/>
          <a:p>
            <a:pPr marL="539750">
              <a:lnSpc>
                <a:spcPct val="100000"/>
              </a:lnSpc>
              <a:spcBef>
                <a:spcPts val="135"/>
              </a:spcBef>
            </a:pPr>
            <a:r>
              <a:rPr dirty="0" sz="9900" spc="-120">
                <a:solidFill>
                  <a:srgbClr val="20388A"/>
                </a:solidFill>
                <a:latin typeface="Arial"/>
                <a:cs typeface="Arial"/>
              </a:rPr>
              <a:t>Coba</a:t>
            </a:r>
            <a:r>
              <a:rPr dirty="0" sz="9900" spc="-520">
                <a:solidFill>
                  <a:srgbClr val="20388A"/>
                </a:solidFill>
                <a:latin typeface="Arial"/>
                <a:cs typeface="Arial"/>
              </a:rPr>
              <a:t> </a:t>
            </a:r>
            <a:r>
              <a:rPr dirty="0" sz="9900" spc="-229">
                <a:solidFill>
                  <a:srgbClr val="20388A"/>
                </a:solidFill>
                <a:latin typeface="Arial"/>
                <a:cs typeface="Arial"/>
              </a:rPr>
              <a:t>Lagi</a:t>
            </a:r>
            <a:r>
              <a:rPr dirty="0" sz="9900" spc="-1845">
                <a:solidFill>
                  <a:srgbClr val="20388A"/>
                </a:solidFill>
                <a:latin typeface="Arial"/>
                <a:cs typeface="Arial"/>
              </a:rPr>
              <a:t> </a:t>
            </a:r>
            <a:r>
              <a:rPr dirty="0" sz="9900" spc="-985">
                <a:solidFill>
                  <a:srgbClr val="20388A"/>
                </a:solidFill>
                <a:latin typeface="Arial"/>
                <a:cs typeface="Arial"/>
              </a:rPr>
              <a:t>,</a:t>
            </a:r>
            <a:endParaRPr sz="9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38350" y="3456987"/>
            <a:ext cx="5561330" cy="2090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2500"/>
              </a:lnSpc>
              <a:spcBef>
                <a:spcPts val="95"/>
              </a:spcBef>
            </a:pPr>
            <a:r>
              <a:rPr dirty="0" sz="4000">
                <a:solidFill>
                  <a:srgbClr val="203C95"/>
                </a:solidFill>
                <a:latin typeface="Arial"/>
                <a:cs typeface="Arial"/>
              </a:rPr>
              <a:t>Belum</a:t>
            </a:r>
            <a:r>
              <a:rPr dirty="0" sz="4000" spc="-265">
                <a:solidFill>
                  <a:srgbClr val="203C95"/>
                </a:solidFill>
                <a:latin typeface="Arial"/>
                <a:cs typeface="Arial"/>
              </a:rPr>
              <a:t> </a:t>
            </a:r>
            <a:r>
              <a:rPr dirty="0" sz="4000" spc="-25">
                <a:solidFill>
                  <a:srgbClr val="203C95"/>
                </a:solidFill>
                <a:latin typeface="Arial"/>
                <a:cs typeface="Arial"/>
              </a:rPr>
              <a:t>tepat.</a:t>
            </a:r>
            <a:r>
              <a:rPr dirty="0" sz="4000" spc="-10">
                <a:solidFill>
                  <a:srgbClr val="203C95"/>
                </a:solidFill>
                <a:latin typeface="Arial"/>
                <a:cs typeface="Arial"/>
              </a:rPr>
              <a:t> </a:t>
            </a:r>
            <a:r>
              <a:rPr dirty="0" sz="4000" spc="-20">
                <a:solidFill>
                  <a:srgbClr val="203C95"/>
                </a:solidFill>
                <a:latin typeface="Arial"/>
                <a:cs typeface="Arial"/>
              </a:rPr>
              <a:t>Tidak</a:t>
            </a:r>
            <a:r>
              <a:rPr dirty="0" sz="4000" spc="-254">
                <a:solidFill>
                  <a:srgbClr val="203C95"/>
                </a:solidFill>
                <a:latin typeface="Arial"/>
                <a:cs typeface="Arial"/>
              </a:rPr>
              <a:t> </a:t>
            </a:r>
            <a:r>
              <a:rPr dirty="0" sz="4000" spc="-110">
                <a:solidFill>
                  <a:srgbClr val="203C95"/>
                </a:solidFill>
                <a:latin typeface="Arial"/>
                <a:cs typeface="Arial"/>
              </a:rPr>
              <a:t>apa-</a:t>
            </a:r>
            <a:r>
              <a:rPr dirty="0" sz="4000" spc="-50">
                <a:solidFill>
                  <a:srgbClr val="203C95"/>
                </a:solidFill>
                <a:latin typeface="Arial"/>
                <a:cs typeface="Arial"/>
              </a:rPr>
              <a:t>a </a:t>
            </a:r>
            <a:r>
              <a:rPr dirty="0" sz="4000" spc="-35">
                <a:solidFill>
                  <a:srgbClr val="203C95"/>
                </a:solidFill>
                <a:latin typeface="Arial"/>
                <a:cs typeface="Arial"/>
              </a:rPr>
              <a:t>baca</a:t>
            </a:r>
            <a:r>
              <a:rPr dirty="0" sz="4000" spc="-245">
                <a:solidFill>
                  <a:srgbClr val="203C95"/>
                </a:solidFill>
                <a:latin typeface="Arial"/>
                <a:cs typeface="Arial"/>
              </a:rPr>
              <a:t> </a:t>
            </a:r>
            <a:r>
              <a:rPr dirty="0" sz="4000">
                <a:solidFill>
                  <a:srgbClr val="203C95"/>
                </a:solidFill>
                <a:latin typeface="Arial"/>
                <a:cs typeface="Arial"/>
              </a:rPr>
              <a:t>lagi</a:t>
            </a:r>
            <a:r>
              <a:rPr dirty="0" sz="4000" spc="80">
                <a:solidFill>
                  <a:srgbClr val="203C95"/>
                </a:solidFill>
                <a:latin typeface="Arial"/>
                <a:cs typeface="Arial"/>
              </a:rPr>
              <a:t> </a:t>
            </a:r>
            <a:r>
              <a:rPr dirty="0" sz="4000" spc="-85">
                <a:solidFill>
                  <a:srgbClr val="203C95"/>
                </a:solidFill>
                <a:latin typeface="Arial"/>
                <a:cs typeface="Arial"/>
              </a:rPr>
              <a:t>materi</a:t>
            </a:r>
            <a:r>
              <a:rPr dirty="0" sz="4000" spc="-740">
                <a:solidFill>
                  <a:srgbClr val="203C95"/>
                </a:solidFill>
                <a:latin typeface="Arial"/>
                <a:cs typeface="Arial"/>
              </a:rPr>
              <a:t> </a:t>
            </a:r>
            <a:r>
              <a:rPr dirty="0" sz="4000">
                <a:solidFill>
                  <a:srgbClr val="203C95"/>
                </a:solidFill>
                <a:latin typeface="Arial"/>
                <a:cs typeface="Arial"/>
              </a:rPr>
              <a:t>nya</a:t>
            </a:r>
            <a:r>
              <a:rPr dirty="0" sz="4000" spc="-254">
                <a:solidFill>
                  <a:srgbClr val="203C95"/>
                </a:solidFill>
                <a:latin typeface="Arial"/>
                <a:cs typeface="Arial"/>
              </a:rPr>
              <a:t> </a:t>
            </a:r>
            <a:r>
              <a:rPr dirty="0" sz="4000" spc="-20">
                <a:solidFill>
                  <a:srgbClr val="203C95"/>
                </a:solidFill>
                <a:latin typeface="Arial"/>
                <a:cs typeface="Arial"/>
              </a:rPr>
              <a:t>lalu</a:t>
            </a:r>
            <a:endParaRPr sz="4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dirty="0" sz="4000" spc="-10">
                <a:solidFill>
                  <a:srgbClr val="203C95"/>
                </a:solidFill>
                <a:latin typeface="Arial"/>
                <a:cs typeface="Arial"/>
              </a:rPr>
              <a:t>jawab</a:t>
            </a:r>
            <a:r>
              <a:rPr dirty="0" sz="4000" spc="-270">
                <a:solidFill>
                  <a:srgbClr val="203C95"/>
                </a:solidFill>
                <a:latin typeface="Arial"/>
                <a:cs typeface="Arial"/>
              </a:rPr>
              <a:t> </a:t>
            </a:r>
            <a:r>
              <a:rPr dirty="0" sz="4000">
                <a:solidFill>
                  <a:srgbClr val="203C95"/>
                </a:solidFill>
                <a:latin typeface="Arial"/>
                <a:cs typeface="Arial"/>
              </a:rPr>
              <a:t>sekali</a:t>
            </a:r>
            <a:r>
              <a:rPr dirty="0" sz="4000" spc="-155">
                <a:solidFill>
                  <a:srgbClr val="203C95"/>
                </a:solidFill>
                <a:latin typeface="Arial"/>
                <a:cs typeface="Arial"/>
              </a:rPr>
              <a:t> </a:t>
            </a:r>
            <a:r>
              <a:rPr dirty="0" sz="4000" spc="-260">
                <a:solidFill>
                  <a:srgbClr val="203C95"/>
                </a:solidFill>
                <a:latin typeface="Arial"/>
                <a:cs typeface="Arial"/>
              </a:rPr>
              <a:t>l</a:t>
            </a:r>
            <a:r>
              <a:rPr dirty="0" sz="4000" spc="-750">
                <a:solidFill>
                  <a:srgbClr val="203C95"/>
                </a:solidFill>
                <a:latin typeface="Arial"/>
                <a:cs typeface="Arial"/>
              </a:rPr>
              <a:t> </a:t>
            </a:r>
            <a:r>
              <a:rPr dirty="0" sz="4000" spc="-20">
                <a:solidFill>
                  <a:srgbClr val="203C95"/>
                </a:solidFill>
                <a:latin typeface="Arial"/>
                <a:cs typeface="Arial"/>
              </a:rPr>
              <a:t>agi.</a:t>
            </a:r>
            <a:endParaRPr sz="4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50050" y="6674626"/>
            <a:ext cx="788035" cy="1282065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algn="just" marL="12700" marR="5080" indent="4445">
              <a:lnSpc>
                <a:spcPct val="91900"/>
              </a:lnSpc>
              <a:spcBef>
                <a:spcPts val="395"/>
              </a:spcBef>
            </a:pPr>
            <a:r>
              <a:rPr dirty="0" sz="2900" spc="-25">
                <a:solidFill>
                  <a:srgbClr val="F4F4F4"/>
                </a:solidFill>
                <a:latin typeface="Arial"/>
                <a:cs typeface="Arial"/>
              </a:rPr>
              <a:t>Kem </a:t>
            </a:r>
            <a:r>
              <a:rPr dirty="0" sz="2900" spc="-110">
                <a:solidFill>
                  <a:srgbClr val="F4F4F4"/>
                </a:solidFill>
                <a:latin typeface="Arial"/>
                <a:cs typeface="Arial"/>
              </a:rPr>
              <a:t>Gam </a:t>
            </a:r>
            <a:r>
              <a:rPr dirty="0" sz="2900" spc="-20">
                <a:solidFill>
                  <a:srgbClr val="F4F4F4"/>
                </a:solidFill>
                <a:latin typeface="Arial"/>
                <a:cs typeface="Arial"/>
              </a:rPr>
              <a:t>Kuis</a:t>
            </a:r>
            <a:endParaRPr sz="2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1"/>
            <a:ext cx="7568183" cy="914398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473200" y="333930"/>
            <a:ext cx="5604510" cy="2501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551430" algn="l"/>
                <a:tab pos="5045075" algn="l"/>
              </a:tabLst>
            </a:pPr>
            <a:r>
              <a:rPr dirty="0" sz="1450" spc="-10" b="1">
                <a:solidFill>
                  <a:srgbClr val="FFFFFF"/>
                </a:solidFill>
                <a:latin typeface="Arial"/>
                <a:cs typeface="Arial"/>
              </a:rPr>
              <a:t>Beranda</a:t>
            </a:r>
            <a:r>
              <a:rPr dirty="0" sz="1450" b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450" spc="-10" b="1">
                <a:solidFill>
                  <a:srgbClr val="FFFFFF"/>
                </a:solidFill>
                <a:latin typeface="Arial"/>
                <a:cs typeface="Arial"/>
              </a:rPr>
              <a:t>Tujuan</a:t>
            </a:r>
            <a:r>
              <a:rPr dirty="0" sz="1450" b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450" spc="-10" b="1">
                <a:solidFill>
                  <a:srgbClr val="FFFFFF"/>
                </a:solidFill>
                <a:latin typeface="Arial"/>
                <a:cs typeface="Arial"/>
              </a:rPr>
              <a:t>Materi</a:t>
            </a:r>
            <a:endParaRPr sz="145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191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30"/>
              <a:t>Mengapa</a:t>
            </a:r>
            <a:r>
              <a:rPr dirty="0" spc="-480"/>
              <a:t> </a:t>
            </a:r>
            <a:r>
              <a:rPr dirty="0" spc="-20"/>
              <a:t>kita</a:t>
            </a:r>
            <a:r>
              <a:rPr dirty="0" spc="-430"/>
              <a:t> </a:t>
            </a:r>
            <a:r>
              <a:rPr dirty="0" spc="-50"/>
              <a:t>latihan</a:t>
            </a:r>
            <a:r>
              <a:rPr dirty="0" spc="-480"/>
              <a:t> </a:t>
            </a:r>
            <a:r>
              <a:rPr dirty="0" spc="-40"/>
              <a:t>pernap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057901" y="2997009"/>
            <a:ext cx="1515745" cy="3409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50" b="1">
                <a:solidFill>
                  <a:srgbClr val="FFFFFF"/>
                </a:solidFill>
                <a:latin typeface="Arial"/>
                <a:cs typeface="Arial"/>
              </a:rPr>
              <a:t>A.</a:t>
            </a:r>
            <a:r>
              <a:rPr dirty="0" sz="205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50" b="1">
                <a:solidFill>
                  <a:srgbClr val="FFFFFF"/>
                </a:solidFill>
                <a:latin typeface="Arial"/>
                <a:cs typeface="Arial"/>
              </a:rPr>
              <a:t>Agar</a:t>
            </a:r>
            <a:r>
              <a:rPr dirty="0" sz="205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50" spc="-40" b="1">
                <a:solidFill>
                  <a:srgbClr val="FFFFFF"/>
                </a:solidFill>
                <a:latin typeface="Arial"/>
                <a:cs typeface="Arial"/>
              </a:rPr>
              <a:t>bisa</a:t>
            </a:r>
            <a:endParaRPr sz="20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72151" y="4482909"/>
            <a:ext cx="1845310" cy="3409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50" spc="-10" b="1">
                <a:solidFill>
                  <a:srgbClr val="FFFFFF"/>
                </a:solidFill>
                <a:latin typeface="Arial"/>
                <a:cs typeface="Arial"/>
              </a:rPr>
              <a:t>B.</a:t>
            </a:r>
            <a:r>
              <a:rPr dirty="0" sz="2050" spc="-8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50" spc="-20" b="1">
                <a:solidFill>
                  <a:srgbClr val="FFFFFF"/>
                </a:solidFill>
                <a:latin typeface="Arial"/>
                <a:cs typeface="Arial"/>
              </a:rPr>
              <a:t>Melatih</a:t>
            </a:r>
            <a:r>
              <a:rPr dirty="0" sz="2050" spc="-1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50" spc="-20" b="1">
                <a:solidFill>
                  <a:srgbClr val="FFFFFF"/>
                </a:solidFill>
                <a:latin typeface="Arial"/>
                <a:cs typeface="Arial"/>
              </a:rPr>
              <a:t>pern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64300" y="5962463"/>
            <a:ext cx="1162050" cy="3409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50" spc="-10" b="1">
                <a:solidFill>
                  <a:srgbClr val="FFFFFF"/>
                </a:solidFill>
                <a:latin typeface="Arial"/>
                <a:cs typeface="Arial"/>
              </a:rPr>
              <a:t>C.</a:t>
            </a:r>
            <a:r>
              <a:rPr dirty="0" sz="2050" spc="-1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50" spc="-30" b="1">
                <a:solidFill>
                  <a:srgbClr val="FFFFFF"/>
                </a:solidFill>
                <a:latin typeface="Arial"/>
                <a:cs typeface="Arial"/>
              </a:rPr>
              <a:t>Biar</a:t>
            </a:r>
            <a:r>
              <a:rPr dirty="0" sz="2050" spc="-114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50" spc="-50" b="1">
                <a:solidFill>
                  <a:srgbClr val="FFFFFF"/>
                </a:solidFill>
                <a:latin typeface="Arial"/>
                <a:cs typeface="Arial"/>
              </a:rPr>
              <a:t>ce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568183" cy="914399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4110" rIns="0" bIns="0" rtlCol="0" vert="horz">
            <a:spAutoFit/>
          </a:bodyPr>
          <a:lstStyle/>
          <a:p>
            <a:pPr marL="120650">
              <a:lnSpc>
                <a:spcPct val="100000"/>
              </a:lnSpc>
              <a:spcBef>
                <a:spcPts val="114"/>
              </a:spcBef>
            </a:pPr>
            <a:r>
              <a:rPr dirty="0" sz="9450" spc="270">
                <a:solidFill>
                  <a:srgbClr val="076FA8"/>
                </a:solidFill>
                <a:latin typeface="Arial"/>
                <a:cs typeface="Arial"/>
              </a:rPr>
              <a:t>J</a:t>
            </a:r>
            <a:r>
              <a:rPr dirty="0" sz="9450" spc="-15">
                <a:solidFill>
                  <a:srgbClr val="076FA8"/>
                </a:solidFill>
                <a:latin typeface="Arial"/>
                <a:cs typeface="Arial"/>
              </a:rPr>
              <a:t>a</a:t>
            </a:r>
            <a:r>
              <a:rPr dirty="0" sz="9450" spc="-515">
                <a:solidFill>
                  <a:srgbClr val="076FA8"/>
                </a:solidFill>
                <a:latin typeface="Arial"/>
                <a:cs typeface="Arial"/>
              </a:rPr>
              <a:t>w</a:t>
            </a:r>
            <a:r>
              <a:rPr dirty="0" sz="9450" spc="-15">
                <a:solidFill>
                  <a:srgbClr val="076FA8"/>
                </a:solidFill>
                <a:latin typeface="Arial"/>
                <a:cs typeface="Arial"/>
              </a:rPr>
              <a:t>a</a:t>
            </a:r>
            <a:r>
              <a:rPr dirty="0" sz="9450" spc="-45">
                <a:solidFill>
                  <a:srgbClr val="076FA8"/>
                </a:solidFill>
                <a:latin typeface="Arial"/>
                <a:cs typeface="Arial"/>
              </a:rPr>
              <a:t>b</a:t>
            </a:r>
            <a:r>
              <a:rPr dirty="0" sz="9450" spc="-15">
                <a:solidFill>
                  <a:srgbClr val="076FA8"/>
                </a:solidFill>
                <a:latin typeface="Arial"/>
                <a:cs typeface="Arial"/>
              </a:rPr>
              <a:t>a</a:t>
            </a:r>
            <a:r>
              <a:rPr dirty="0" sz="9450" spc="10">
                <a:solidFill>
                  <a:srgbClr val="076FA8"/>
                </a:solidFill>
                <a:latin typeface="Arial"/>
                <a:cs typeface="Arial"/>
              </a:rPr>
              <a:t>n</a:t>
            </a:r>
            <a:r>
              <a:rPr dirty="0" sz="9450" spc="-605">
                <a:solidFill>
                  <a:srgbClr val="076FA8"/>
                </a:solidFill>
                <a:latin typeface="Arial"/>
                <a:cs typeface="Arial"/>
              </a:rPr>
              <a:t> </a:t>
            </a:r>
            <a:r>
              <a:rPr dirty="0" sz="9450" spc="-25">
                <a:solidFill>
                  <a:srgbClr val="076FA8"/>
                </a:solidFill>
                <a:latin typeface="Arial"/>
                <a:cs typeface="Arial"/>
              </a:rPr>
              <a:t>Be</a:t>
            </a:r>
            <a:endParaRPr sz="945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>
              <a:lnSpc>
                <a:spcPct val="125499"/>
              </a:lnSpc>
              <a:spcBef>
                <a:spcPts val="95"/>
              </a:spcBef>
            </a:pPr>
            <a:r>
              <a:rPr dirty="0"/>
              <a:t>Hebat!</a:t>
            </a:r>
            <a:r>
              <a:rPr dirty="0" spc="145"/>
              <a:t> </a:t>
            </a:r>
            <a:r>
              <a:rPr dirty="0" spc="-10"/>
              <a:t>Jawabanmu </a:t>
            </a:r>
            <a:r>
              <a:rPr dirty="0"/>
              <a:t>tepat.</a:t>
            </a:r>
            <a:r>
              <a:rPr dirty="0" spc="235"/>
              <a:t> </a:t>
            </a:r>
            <a:r>
              <a:rPr dirty="0"/>
              <a:t>Kamu</a:t>
            </a:r>
            <a:r>
              <a:rPr dirty="0" spc="220"/>
              <a:t> </a:t>
            </a:r>
            <a:r>
              <a:rPr dirty="0" spc="-10"/>
              <a:t>sudah </a:t>
            </a:r>
            <a:r>
              <a:rPr dirty="0"/>
              <a:t>memahami</a:t>
            </a:r>
            <a:r>
              <a:rPr dirty="0" spc="340"/>
              <a:t> </a:t>
            </a:r>
            <a:r>
              <a:rPr dirty="0" spc="-10"/>
              <a:t>materi </a:t>
            </a:r>
            <a:r>
              <a:rPr dirty="0"/>
              <a:t>pengenalan</a:t>
            </a:r>
            <a:r>
              <a:rPr dirty="0" spc="459"/>
              <a:t> </a:t>
            </a:r>
            <a:r>
              <a:rPr dirty="0" spc="-190"/>
              <a:t>ai</a:t>
            </a:r>
            <a:r>
              <a:rPr dirty="0" spc="-665"/>
              <a:t> </a:t>
            </a:r>
            <a:r>
              <a:rPr dirty="0" spc="-25"/>
              <a:t>r.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254250" y="7220355"/>
            <a:ext cx="1694814" cy="138049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111600"/>
              </a:lnSpc>
              <a:spcBef>
                <a:spcPts val="110"/>
              </a:spcBef>
            </a:pPr>
            <a:r>
              <a:rPr dirty="0" sz="2650">
                <a:solidFill>
                  <a:srgbClr val="F8F8F8"/>
                </a:solidFill>
                <a:latin typeface="Arial"/>
                <a:cs typeface="Arial"/>
              </a:rPr>
              <a:t>Lanjut</a:t>
            </a:r>
            <a:r>
              <a:rPr dirty="0" sz="2650" spc="45">
                <a:solidFill>
                  <a:srgbClr val="F8F8F8"/>
                </a:solidFill>
                <a:latin typeface="Arial"/>
                <a:cs typeface="Arial"/>
              </a:rPr>
              <a:t> </a:t>
            </a:r>
            <a:r>
              <a:rPr dirty="0" sz="2650" spc="-25">
                <a:solidFill>
                  <a:srgbClr val="F8F8F8"/>
                </a:solidFill>
                <a:latin typeface="Arial"/>
                <a:cs typeface="Arial"/>
              </a:rPr>
              <a:t>ke </a:t>
            </a:r>
            <a:r>
              <a:rPr dirty="0" sz="2650" spc="-55">
                <a:solidFill>
                  <a:srgbClr val="F8F8F8"/>
                </a:solidFill>
                <a:latin typeface="Arial"/>
                <a:cs typeface="Arial"/>
              </a:rPr>
              <a:t>Pertanyaan </a:t>
            </a:r>
            <a:r>
              <a:rPr dirty="0" sz="2650" spc="-10">
                <a:solidFill>
                  <a:srgbClr val="F8F8F8"/>
                </a:solidFill>
                <a:latin typeface="Arial"/>
                <a:cs typeface="Arial"/>
              </a:rPr>
              <a:t>Berikutnya</a:t>
            </a:r>
            <a:endParaRPr sz="26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1"/>
            <a:ext cx="7568183" cy="914398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4663" rIns="0" bIns="0" rtlCol="0" vert="horz">
            <a:spAutoFit/>
          </a:bodyPr>
          <a:lstStyle/>
          <a:p>
            <a:pPr marL="539750">
              <a:lnSpc>
                <a:spcPct val="100000"/>
              </a:lnSpc>
              <a:spcBef>
                <a:spcPts val="135"/>
              </a:spcBef>
            </a:pPr>
            <a:r>
              <a:rPr dirty="0" sz="9900" spc="-120">
                <a:solidFill>
                  <a:srgbClr val="20388A"/>
                </a:solidFill>
                <a:latin typeface="Arial"/>
                <a:cs typeface="Arial"/>
              </a:rPr>
              <a:t>Coba</a:t>
            </a:r>
            <a:r>
              <a:rPr dirty="0" sz="9900" spc="-520">
                <a:solidFill>
                  <a:srgbClr val="20388A"/>
                </a:solidFill>
                <a:latin typeface="Arial"/>
                <a:cs typeface="Arial"/>
              </a:rPr>
              <a:t> </a:t>
            </a:r>
            <a:r>
              <a:rPr dirty="0" sz="9900" spc="-229">
                <a:solidFill>
                  <a:srgbClr val="20388A"/>
                </a:solidFill>
                <a:latin typeface="Arial"/>
                <a:cs typeface="Arial"/>
              </a:rPr>
              <a:t>Lagi</a:t>
            </a:r>
            <a:r>
              <a:rPr dirty="0" sz="9900" spc="-1845">
                <a:solidFill>
                  <a:srgbClr val="20388A"/>
                </a:solidFill>
                <a:latin typeface="Arial"/>
                <a:cs typeface="Arial"/>
              </a:rPr>
              <a:t> </a:t>
            </a:r>
            <a:r>
              <a:rPr dirty="0" sz="9900" spc="-985">
                <a:solidFill>
                  <a:srgbClr val="20388A"/>
                </a:solidFill>
                <a:latin typeface="Arial"/>
                <a:cs typeface="Arial"/>
              </a:rPr>
              <a:t>,</a:t>
            </a:r>
            <a:endParaRPr sz="9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38350" y="3456987"/>
            <a:ext cx="5561330" cy="2090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2500"/>
              </a:lnSpc>
              <a:spcBef>
                <a:spcPts val="95"/>
              </a:spcBef>
            </a:pPr>
            <a:r>
              <a:rPr dirty="0" sz="4000">
                <a:solidFill>
                  <a:srgbClr val="203C95"/>
                </a:solidFill>
                <a:latin typeface="Arial"/>
                <a:cs typeface="Arial"/>
              </a:rPr>
              <a:t>Belum</a:t>
            </a:r>
            <a:r>
              <a:rPr dirty="0" sz="4000" spc="-280">
                <a:solidFill>
                  <a:srgbClr val="203C95"/>
                </a:solidFill>
                <a:latin typeface="Arial"/>
                <a:cs typeface="Arial"/>
              </a:rPr>
              <a:t> </a:t>
            </a:r>
            <a:r>
              <a:rPr dirty="0" sz="4000" spc="-20">
                <a:solidFill>
                  <a:srgbClr val="203C95"/>
                </a:solidFill>
                <a:latin typeface="Arial"/>
                <a:cs typeface="Arial"/>
              </a:rPr>
              <a:t>tepat.</a:t>
            </a:r>
            <a:r>
              <a:rPr dirty="0" sz="4000" spc="-30">
                <a:solidFill>
                  <a:srgbClr val="203C95"/>
                </a:solidFill>
                <a:latin typeface="Arial"/>
                <a:cs typeface="Arial"/>
              </a:rPr>
              <a:t> </a:t>
            </a:r>
            <a:r>
              <a:rPr dirty="0" sz="4000" spc="-20">
                <a:solidFill>
                  <a:srgbClr val="203C95"/>
                </a:solidFill>
                <a:latin typeface="Arial"/>
                <a:cs typeface="Arial"/>
              </a:rPr>
              <a:t>Tidak</a:t>
            </a:r>
            <a:r>
              <a:rPr dirty="0" sz="4000" spc="-254">
                <a:solidFill>
                  <a:srgbClr val="203C95"/>
                </a:solidFill>
                <a:latin typeface="Arial"/>
                <a:cs typeface="Arial"/>
              </a:rPr>
              <a:t> </a:t>
            </a:r>
            <a:r>
              <a:rPr dirty="0" sz="4000" spc="-110">
                <a:solidFill>
                  <a:srgbClr val="203C95"/>
                </a:solidFill>
                <a:latin typeface="Arial"/>
                <a:cs typeface="Arial"/>
              </a:rPr>
              <a:t>apa-</a:t>
            </a:r>
            <a:r>
              <a:rPr dirty="0" sz="4000" spc="-50">
                <a:solidFill>
                  <a:srgbClr val="203C95"/>
                </a:solidFill>
                <a:latin typeface="Arial"/>
                <a:cs typeface="Arial"/>
              </a:rPr>
              <a:t>a </a:t>
            </a:r>
            <a:r>
              <a:rPr dirty="0" sz="4000" spc="-35">
                <a:solidFill>
                  <a:srgbClr val="203C95"/>
                </a:solidFill>
                <a:latin typeface="Arial"/>
                <a:cs typeface="Arial"/>
              </a:rPr>
              <a:t>baca</a:t>
            </a:r>
            <a:r>
              <a:rPr dirty="0" sz="4000" spc="-245">
                <a:solidFill>
                  <a:srgbClr val="203C95"/>
                </a:solidFill>
                <a:latin typeface="Arial"/>
                <a:cs typeface="Arial"/>
              </a:rPr>
              <a:t> </a:t>
            </a:r>
            <a:r>
              <a:rPr dirty="0" sz="4000">
                <a:solidFill>
                  <a:srgbClr val="203C95"/>
                </a:solidFill>
                <a:latin typeface="Arial"/>
                <a:cs typeface="Arial"/>
              </a:rPr>
              <a:t>lagi</a:t>
            </a:r>
            <a:r>
              <a:rPr dirty="0" sz="4000" spc="80">
                <a:solidFill>
                  <a:srgbClr val="203C95"/>
                </a:solidFill>
                <a:latin typeface="Arial"/>
                <a:cs typeface="Arial"/>
              </a:rPr>
              <a:t> </a:t>
            </a:r>
            <a:r>
              <a:rPr dirty="0" sz="4000" spc="-85">
                <a:solidFill>
                  <a:srgbClr val="203C95"/>
                </a:solidFill>
                <a:latin typeface="Arial"/>
                <a:cs typeface="Arial"/>
              </a:rPr>
              <a:t>materi</a:t>
            </a:r>
            <a:r>
              <a:rPr dirty="0" sz="4000" spc="-740">
                <a:solidFill>
                  <a:srgbClr val="203C95"/>
                </a:solidFill>
                <a:latin typeface="Arial"/>
                <a:cs typeface="Arial"/>
              </a:rPr>
              <a:t> </a:t>
            </a:r>
            <a:r>
              <a:rPr dirty="0" sz="4000">
                <a:solidFill>
                  <a:srgbClr val="203C95"/>
                </a:solidFill>
                <a:latin typeface="Arial"/>
                <a:cs typeface="Arial"/>
              </a:rPr>
              <a:t>nya</a:t>
            </a:r>
            <a:r>
              <a:rPr dirty="0" sz="4000" spc="-254">
                <a:solidFill>
                  <a:srgbClr val="203C95"/>
                </a:solidFill>
                <a:latin typeface="Arial"/>
                <a:cs typeface="Arial"/>
              </a:rPr>
              <a:t> </a:t>
            </a:r>
            <a:r>
              <a:rPr dirty="0" sz="4000" spc="-20">
                <a:solidFill>
                  <a:srgbClr val="203C95"/>
                </a:solidFill>
                <a:latin typeface="Arial"/>
                <a:cs typeface="Arial"/>
              </a:rPr>
              <a:t>lalu</a:t>
            </a:r>
            <a:endParaRPr sz="4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dirty="0" sz="4000" spc="-10">
                <a:solidFill>
                  <a:srgbClr val="203C95"/>
                </a:solidFill>
                <a:latin typeface="Arial"/>
                <a:cs typeface="Arial"/>
              </a:rPr>
              <a:t>jawab</a:t>
            </a:r>
            <a:r>
              <a:rPr dirty="0" sz="4000" spc="-270">
                <a:solidFill>
                  <a:srgbClr val="203C95"/>
                </a:solidFill>
                <a:latin typeface="Arial"/>
                <a:cs typeface="Arial"/>
              </a:rPr>
              <a:t> </a:t>
            </a:r>
            <a:r>
              <a:rPr dirty="0" sz="4000">
                <a:solidFill>
                  <a:srgbClr val="203C95"/>
                </a:solidFill>
                <a:latin typeface="Arial"/>
                <a:cs typeface="Arial"/>
              </a:rPr>
              <a:t>sekali</a:t>
            </a:r>
            <a:r>
              <a:rPr dirty="0" sz="4000" spc="-155">
                <a:solidFill>
                  <a:srgbClr val="203C95"/>
                </a:solidFill>
                <a:latin typeface="Arial"/>
                <a:cs typeface="Arial"/>
              </a:rPr>
              <a:t> </a:t>
            </a:r>
            <a:r>
              <a:rPr dirty="0" sz="4000" spc="-260">
                <a:solidFill>
                  <a:srgbClr val="203C95"/>
                </a:solidFill>
                <a:latin typeface="Arial"/>
                <a:cs typeface="Arial"/>
              </a:rPr>
              <a:t>l</a:t>
            </a:r>
            <a:r>
              <a:rPr dirty="0" sz="4000" spc="-750">
                <a:solidFill>
                  <a:srgbClr val="203C95"/>
                </a:solidFill>
                <a:latin typeface="Arial"/>
                <a:cs typeface="Arial"/>
              </a:rPr>
              <a:t> </a:t>
            </a:r>
            <a:r>
              <a:rPr dirty="0" sz="4000" spc="-20">
                <a:solidFill>
                  <a:srgbClr val="203C95"/>
                </a:solidFill>
                <a:latin typeface="Arial"/>
                <a:cs typeface="Arial"/>
              </a:rPr>
              <a:t>agi.</a:t>
            </a:r>
            <a:endParaRPr sz="4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50050" y="6674626"/>
            <a:ext cx="788035" cy="1282065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algn="just" marL="12700" marR="5080" indent="4445">
              <a:lnSpc>
                <a:spcPct val="91900"/>
              </a:lnSpc>
              <a:spcBef>
                <a:spcPts val="395"/>
              </a:spcBef>
            </a:pPr>
            <a:r>
              <a:rPr dirty="0" sz="2900" spc="-25">
                <a:solidFill>
                  <a:srgbClr val="F4F4F4"/>
                </a:solidFill>
                <a:latin typeface="Arial"/>
                <a:cs typeface="Arial"/>
              </a:rPr>
              <a:t>Kem </a:t>
            </a:r>
            <a:r>
              <a:rPr dirty="0" sz="2900" spc="-110">
                <a:solidFill>
                  <a:srgbClr val="F4F4F4"/>
                </a:solidFill>
                <a:latin typeface="Arial"/>
                <a:cs typeface="Arial"/>
              </a:rPr>
              <a:t>Gam </a:t>
            </a:r>
            <a:r>
              <a:rPr dirty="0" sz="2900" spc="-20">
                <a:solidFill>
                  <a:srgbClr val="F4F4F4"/>
                </a:solidFill>
                <a:latin typeface="Arial"/>
                <a:cs typeface="Arial"/>
              </a:rPr>
              <a:t>Kuis</a:t>
            </a:r>
            <a:endParaRPr sz="2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1"/>
            <a:ext cx="7568183" cy="914398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473200" y="333930"/>
            <a:ext cx="5604510" cy="2501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551430" algn="l"/>
                <a:tab pos="5045075" algn="l"/>
              </a:tabLst>
            </a:pPr>
            <a:r>
              <a:rPr dirty="0" sz="1450" spc="-10" b="1">
                <a:solidFill>
                  <a:srgbClr val="FFFFFF"/>
                </a:solidFill>
                <a:latin typeface="Arial"/>
                <a:cs typeface="Arial"/>
              </a:rPr>
              <a:t>Beranda</a:t>
            </a:r>
            <a:r>
              <a:rPr dirty="0" sz="1450" b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450" spc="-10" b="1">
                <a:solidFill>
                  <a:srgbClr val="FFFFFF"/>
                </a:solidFill>
                <a:latin typeface="Arial"/>
                <a:cs typeface="Arial"/>
              </a:rPr>
              <a:t>Tujuan</a:t>
            </a:r>
            <a:r>
              <a:rPr dirty="0" sz="1450" b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450" spc="-10" b="1">
                <a:solidFill>
                  <a:srgbClr val="FFFFFF"/>
                </a:solidFill>
                <a:latin typeface="Arial"/>
                <a:cs typeface="Arial"/>
              </a:rPr>
              <a:t>Materi</a:t>
            </a:r>
            <a:endParaRPr sz="145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191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Saat</a:t>
            </a:r>
            <a:r>
              <a:rPr dirty="0" spc="-415"/>
              <a:t> </a:t>
            </a:r>
            <a:r>
              <a:rPr dirty="0" spc="-110"/>
              <a:t>bermain</a:t>
            </a:r>
            <a:r>
              <a:rPr dirty="0" spc="-470"/>
              <a:t> </a:t>
            </a:r>
            <a:r>
              <a:rPr dirty="0" spc="-95"/>
              <a:t>di</a:t>
            </a:r>
            <a:r>
              <a:rPr dirty="0" spc="-415"/>
              <a:t> </a:t>
            </a:r>
            <a:r>
              <a:rPr dirty="0" spc="-160"/>
              <a:t>kolam,</a:t>
            </a:r>
            <a:r>
              <a:rPr dirty="0" spc="-470"/>
              <a:t> </a:t>
            </a:r>
            <a:r>
              <a:rPr dirty="0" spc="-75"/>
              <a:t>apa</a:t>
            </a:r>
            <a:r>
              <a:rPr dirty="0" spc="-415"/>
              <a:t> </a:t>
            </a:r>
            <a:r>
              <a:rPr dirty="0" spc="65"/>
              <a:t>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72151" y="2997009"/>
            <a:ext cx="1829435" cy="3409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50" b="1">
                <a:solidFill>
                  <a:srgbClr val="FFFFFF"/>
                </a:solidFill>
                <a:latin typeface="Arial"/>
                <a:cs typeface="Arial"/>
              </a:rPr>
              <a:t>A.</a:t>
            </a:r>
            <a:r>
              <a:rPr dirty="0" sz="205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50" spc="-25" b="1">
                <a:solidFill>
                  <a:srgbClr val="FFFFFF"/>
                </a:solidFill>
                <a:latin typeface="Arial"/>
                <a:cs typeface="Arial"/>
              </a:rPr>
              <a:t>Berpeganga</a:t>
            </a:r>
            <a:endParaRPr sz="20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83350" y="4482909"/>
            <a:ext cx="1164590" cy="3409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50" spc="-10" b="1">
                <a:solidFill>
                  <a:srgbClr val="FFFFFF"/>
                </a:solidFill>
                <a:latin typeface="Arial"/>
                <a:cs typeface="Arial"/>
              </a:rPr>
              <a:t>B.</a:t>
            </a:r>
            <a:r>
              <a:rPr dirty="0" sz="2050" spc="-1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50" spc="-20" b="1">
                <a:solidFill>
                  <a:srgbClr val="FFFFFF"/>
                </a:solidFill>
                <a:latin typeface="Arial"/>
                <a:cs typeface="Arial"/>
              </a:rPr>
              <a:t>Mendo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46850" y="5962463"/>
            <a:ext cx="1069340" cy="3409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50" spc="-10" b="1">
                <a:solidFill>
                  <a:srgbClr val="FFFFFF"/>
                </a:solidFill>
                <a:latin typeface="Arial"/>
                <a:cs typeface="Arial"/>
              </a:rPr>
              <a:t>C.</a:t>
            </a:r>
            <a:r>
              <a:rPr dirty="0" sz="2050" spc="-1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50" spc="-30" b="1">
                <a:solidFill>
                  <a:srgbClr val="FFFFFF"/>
                </a:solidFill>
                <a:latin typeface="Arial"/>
                <a:cs typeface="Arial"/>
              </a:rPr>
              <a:t>Berlar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568183" cy="914399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4110" rIns="0" bIns="0" rtlCol="0" vert="horz">
            <a:spAutoFit/>
          </a:bodyPr>
          <a:lstStyle/>
          <a:p>
            <a:pPr marL="120650">
              <a:lnSpc>
                <a:spcPct val="100000"/>
              </a:lnSpc>
              <a:spcBef>
                <a:spcPts val="114"/>
              </a:spcBef>
            </a:pPr>
            <a:r>
              <a:rPr dirty="0" sz="9450" spc="270">
                <a:solidFill>
                  <a:srgbClr val="076FA8"/>
                </a:solidFill>
                <a:latin typeface="Arial"/>
                <a:cs typeface="Arial"/>
              </a:rPr>
              <a:t>J</a:t>
            </a:r>
            <a:r>
              <a:rPr dirty="0" sz="9450" spc="-15">
                <a:solidFill>
                  <a:srgbClr val="076FA8"/>
                </a:solidFill>
                <a:latin typeface="Arial"/>
                <a:cs typeface="Arial"/>
              </a:rPr>
              <a:t>a</a:t>
            </a:r>
            <a:r>
              <a:rPr dirty="0" sz="9450" spc="-515">
                <a:solidFill>
                  <a:srgbClr val="076FA8"/>
                </a:solidFill>
                <a:latin typeface="Arial"/>
                <a:cs typeface="Arial"/>
              </a:rPr>
              <a:t>w</a:t>
            </a:r>
            <a:r>
              <a:rPr dirty="0" sz="9450" spc="-15">
                <a:solidFill>
                  <a:srgbClr val="076FA8"/>
                </a:solidFill>
                <a:latin typeface="Arial"/>
                <a:cs typeface="Arial"/>
              </a:rPr>
              <a:t>a</a:t>
            </a:r>
            <a:r>
              <a:rPr dirty="0" sz="9450" spc="-45">
                <a:solidFill>
                  <a:srgbClr val="076FA8"/>
                </a:solidFill>
                <a:latin typeface="Arial"/>
                <a:cs typeface="Arial"/>
              </a:rPr>
              <a:t>b</a:t>
            </a:r>
            <a:r>
              <a:rPr dirty="0" sz="9450" spc="-15">
                <a:solidFill>
                  <a:srgbClr val="076FA8"/>
                </a:solidFill>
                <a:latin typeface="Arial"/>
                <a:cs typeface="Arial"/>
              </a:rPr>
              <a:t>a</a:t>
            </a:r>
            <a:r>
              <a:rPr dirty="0" sz="9450" spc="10">
                <a:solidFill>
                  <a:srgbClr val="076FA8"/>
                </a:solidFill>
                <a:latin typeface="Arial"/>
                <a:cs typeface="Arial"/>
              </a:rPr>
              <a:t>n</a:t>
            </a:r>
            <a:r>
              <a:rPr dirty="0" sz="9450" spc="-605">
                <a:solidFill>
                  <a:srgbClr val="076FA8"/>
                </a:solidFill>
                <a:latin typeface="Arial"/>
                <a:cs typeface="Arial"/>
              </a:rPr>
              <a:t> </a:t>
            </a:r>
            <a:r>
              <a:rPr dirty="0" sz="9450" spc="-25">
                <a:solidFill>
                  <a:srgbClr val="076FA8"/>
                </a:solidFill>
                <a:latin typeface="Arial"/>
                <a:cs typeface="Arial"/>
              </a:rPr>
              <a:t>Be</a:t>
            </a:r>
            <a:endParaRPr sz="945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>
              <a:lnSpc>
                <a:spcPct val="125499"/>
              </a:lnSpc>
              <a:spcBef>
                <a:spcPts val="95"/>
              </a:spcBef>
            </a:pPr>
            <a:r>
              <a:rPr dirty="0"/>
              <a:t>Hebat!</a:t>
            </a:r>
            <a:r>
              <a:rPr dirty="0" spc="145"/>
              <a:t> </a:t>
            </a:r>
            <a:r>
              <a:rPr dirty="0" spc="-10"/>
              <a:t>Jawabanmu </a:t>
            </a:r>
            <a:r>
              <a:rPr dirty="0"/>
              <a:t>tepat.</a:t>
            </a:r>
            <a:r>
              <a:rPr dirty="0" spc="235"/>
              <a:t> </a:t>
            </a:r>
            <a:r>
              <a:rPr dirty="0"/>
              <a:t>Kamu</a:t>
            </a:r>
            <a:r>
              <a:rPr dirty="0" spc="220"/>
              <a:t> </a:t>
            </a:r>
            <a:r>
              <a:rPr dirty="0" spc="-10"/>
              <a:t>sudah </a:t>
            </a:r>
            <a:r>
              <a:rPr dirty="0"/>
              <a:t>memahami</a:t>
            </a:r>
            <a:r>
              <a:rPr dirty="0" spc="340"/>
              <a:t> </a:t>
            </a:r>
            <a:r>
              <a:rPr dirty="0" spc="-10"/>
              <a:t>materi </a:t>
            </a:r>
            <a:r>
              <a:rPr dirty="0"/>
              <a:t>pengenalan</a:t>
            </a:r>
            <a:r>
              <a:rPr dirty="0" spc="459"/>
              <a:t> </a:t>
            </a:r>
            <a:r>
              <a:rPr dirty="0" spc="-190"/>
              <a:t>ai</a:t>
            </a:r>
            <a:r>
              <a:rPr dirty="0" spc="-665"/>
              <a:t> </a:t>
            </a:r>
            <a:r>
              <a:rPr dirty="0" spc="-25"/>
              <a:t>r.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254250" y="7220391"/>
            <a:ext cx="1694814" cy="138049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111600"/>
              </a:lnSpc>
              <a:spcBef>
                <a:spcPts val="110"/>
              </a:spcBef>
            </a:pPr>
            <a:r>
              <a:rPr dirty="0" sz="2650">
                <a:solidFill>
                  <a:srgbClr val="F8F8F8"/>
                </a:solidFill>
                <a:latin typeface="Arial"/>
                <a:cs typeface="Arial"/>
              </a:rPr>
              <a:t>Lanjut</a:t>
            </a:r>
            <a:r>
              <a:rPr dirty="0" sz="2650" spc="45">
                <a:solidFill>
                  <a:srgbClr val="F8F8F8"/>
                </a:solidFill>
                <a:latin typeface="Arial"/>
                <a:cs typeface="Arial"/>
              </a:rPr>
              <a:t> </a:t>
            </a:r>
            <a:r>
              <a:rPr dirty="0" sz="2650" spc="-25">
                <a:solidFill>
                  <a:srgbClr val="F8F8F8"/>
                </a:solidFill>
                <a:latin typeface="Arial"/>
                <a:cs typeface="Arial"/>
              </a:rPr>
              <a:t>ke </a:t>
            </a:r>
            <a:r>
              <a:rPr dirty="0" sz="2650" spc="-55">
                <a:solidFill>
                  <a:srgbClr val="F8F8F8"/>
                </a:solidFill>
                <a:latin typeface="Arial"/>
                <a:cs typeface="Arial"/>
              </a:rPr>
              <a:t>Pertanyaan </a:t>
            </a:r>
            <a:r>
              <a:rPr dirty="0" sz="2650" spc="-10">
                <a:solidFill>
                  <a:srgbClr val="F8F8F8"/>
                </a:solidFill>
                <a:latin typeface="Arial"/>
                <a:cs typeface="Arial"/>
              </a:rPr>
              <a:t>Berikutnya</a:t>
            </a:r>
            <a:endParaRPr sz="26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568183" cy="914399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4663" rIns="0" bIns="0" rtlCol="0" vert="horz">
            <a:spAutoFit/>
          </a:bodyPr>
          <a:lstStyle/>
          <a:p>
            <a:pPr marL="539750">
              <a:lnSpc>
                <a:spcPct val="100000"/>
              </a:lnSpc>
              <a:spcBef>
                <a:spcPts val="135"/>
              </a:spcBef>
            </a:pPr>
            <a:r>
              <a:rPr dirty="0" sz="9900" spc="-120">
                <a:solidFill>
                  <a:srgbClr val="20388A"/>
                </a:solidFill>
                <a:latin typeface="Arial"/>
                <a:cs typeface="Arial"/>
              </a:rPr>
              <a:t>Coba</a:t>
            </a:r>
            <a:r>
              <a:rPr dirty="0" sz="9900" spc="-520">
                <a:solidFill>
                  <a:srgbClr val="20388A"/>
                </a:solidFill>
                <a:latin typeface="Arial"/>
                <a:cs typeface="Arial"/>
              </a:rPr>
              <a:t> </a:t>
            </a:r>
            <a:r>
              <a:rPr dirty="0" sz="9900" spc="-229">
                <a:solidFill>
                  <a:srgbClr val="20388A"/>
                </a:solidFill>
                <a:latin typeface="Arial"/>
                <a:cs typeface="Arial"/>
              </a:rPr>
              <a:t>Lagi</a:t>
            </a:r>
            <a:r>
              <a:rPr dirty="0" sz="9900" spc="-1845">
                <a:solidFill>
                  <a:srgbClr val="20388A"/>
                </a:solidFill>
                <a:latin typeface="Arial"/>
                <a:cs typeface="Arial"/>
              </a:rPr>
              <a:t> </a:t>
            </a:r>
            <a:r>
              <a:rPr dirty="0" sz="9900" spc="-985">
                <a:solidFill>
                  <a:srgbClr val="20388A"/>
                </a:solidFill>
                <a:latin typeface="Arial"/>
                <a:cs typeface="Arial"/>
              </a:rPr>
              <a:t>,</a:t>
            </a:r>
            <a:endParaRPr sz="9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38350" y="3456987"/>
            <a:ext cx="5561330" cy="2090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2500"/>
              </a:lnSpc>
              <a:spcBef>
                <a:spcPts val="95"/>
              </a:spcBef>
            </a:pPr>
            <a:r>
              <a:rPr dirty="0" sz="4000">
                <a:solidFill>
                  <a:srgbClr val="203C95"/>
                </a:solidFill>
                <a:latin typeface="Arial"/>
                <a:cs typeface="Arial"/>
              </a:rPr>
              <a:t>Belum</a:t>
            </a:r>
            <a:r>
              <a:rPr dirty="0" sz="4000" spc="-280">
                <a:solidFill>
                  <a:srgbClr val="203C95"/>
                </a:solidFill>
                <a:latin typeface="Arial"/>
                <a:cs typeface="Arial"/>
              </a:rPr>
              <a:t> </a:t>
            </a:r>
            <a:r>
              <a:rPr dirty="0" sz="4000" spc="-20">
                <a:solidFill>
                  <a:srgbClr val="203C95"/>
                </a:solidFill>
                <a:latin typeface="Arial"/>
                <a:cs typeface="Arial"/>
              </a:rPr>
              <a:t>tepat.</a:t>
            </a:r>
            <a:r>
              <a:rPr dirty="0" sz="4000" spc="-30">
                <a:solidFill>
                  <a:srgbClr val="203C95"/>
                </a:solidFill>
                <a:latin typeface="Arial"/>
                <a:cs typeface="Arial"/>
              </a:rPr>
              <a:t> </a:t>
            </a:r>
            <a:r>
              <a:rPr dirty="0" sz="4000" spc="-20">
                <a:solidFill>
                  <a:srgbClr val="203C95"/>
                </a:solidFill>
                <a:latin typeface="Arial"/>
                <a:cs typeface="Arial"/>
              </a:rPr>
              <a:t>Tidak</a:t>
            </a:r>
            <a:r>
              <a:rPr dirty="0" sz="4000" spc="-254">
                <a:solidFill>
                  <a:srgbClr val="203C95"/>
                </a:solidFill>
                <a:latin typeface="Arial"/>
                <a:cs typeface="Arial"/>
              </a:rPr>
              <a:t> </a:t>
            </a:r>
            <a:r>
              <a:rPr dirty="0" sz="4000" spc="-110">
                <a:solidFill>
                  <a:srgbClr val="203C95"/>
                </a:solidFill>
                <a:latin typeface="Arial"/>
                <a:cs typeface="Arial"/>
              </a:rPr>
              <a:t>apa-</a:t>
            </a:r>
            <a:r>
              <a:rPr dirty="0" sz="4000" spc="-50">
                <a:solidFill>
                  <a:srgbClr val="203C95"/>
                </a:solidFill>
                <a:latin typeface="Arial"/>
                <a:cs typeface="Arial"/>
              </a:rPr>
              <a:t>a </a:t>
            </a:r>
            <a:r>
              <a:rPr dirty="0" sz="4000" spc="-35">
                <a:solidFill>
                  <a:srgbClr val="203C95"/>
                </a:solidFill>
                <a:latin typeface="Arial"/>
                <a:cs typeface="Arial"/>
              </a:rPr>
              <a:t>baca</a:t>
            </a:r>
            <a:r>
              <a:rPr dirty="0" sz="4000" spc="-245">
                <a:solidFill>
                  <a:srgbClr val="203C95"/>
                </a:solidFill>
                <a:latin typeface="Arial"/>
                <a:cs typeface="Arial"/>
              </a:rPr>
              <a:t> </a:t>
            </a:r>
            <a:r>
              <a:rPr dirty="0" sz="4000">
                <a:solidFill>
                  <a:srgbClr val="203C95"/>
                </a:solidFill>
                <a:latin typeface="Arial"/>
                <a:cs typeface="Arial"/>
              </a:rPr>
              <a:t>lagi</a:t>
            </a:r>
            <a:r>
              <a:rPr dirty="0" sz="4000" spc="80">
                <a:solidFill>
                  <a:srgbClr val="203C95"/>
                </a:solidFill>
                <a:latin typeface="Arial"/>
                <a:cs typeface="Arial"/>
              </a:rPr>
              <a:t> </a:t>
            </a:r>
            <a:r>
              <a:rPr dirty="0" sz="4000" spc="-85">
                <a:solidFill>
                  <a:srgbClr val="203C95"/>
                </a:solidFill>
                <a:latin typeface="Arial"/>
                <a:cs typeface="Arial"/>
              </a:rPr>
              <a:t>materi</a:t>
            </a:r>
            <a:r>
              <a:rPr dirty="0" sz="4000" spc="-740">
                <a:solidFill>
                  <a:srgbClr val="203C95"/>
                </a:solidFill>
                <a:latin typeface="Arial"/>
                <a:cs typeface="Arial"/>
              </a:rPr>
              <a:t> </a:t>
            </a:r>
            <a:r>
              <a:rPr dirty="0" sz="4000">
                <a:solidFill>
                  <a:srgbClr val="203C95"/>
                </a:solidFill>
                <a:latin typeface="Arial"/>
                <a:cs typeface="Arial"/>
              </a:rPr>
              <a:t>nya</a:t>
            </a:r>
            <a:r>
              <a:rPr dirty="0" sz="4000" spc="-254">
                <a:solidFill>
                  <a:srgbClr val="203C95"/>
                </a:solidFill>
                <a:latin typeface="Arial"/>
                <a:cs typeface="Arial"/>
              </a:rPr>
              <a:t> </a:t>
            </a:r>
            <a:r>
              <a:rPr dirty="0" sz="4000" spc="-20">
                <a:solidFill>
                  <a:srgbClr val="203C95"/>
                </a:solidFill>
                <a:latin typeface="Arial"/>
                <a:cs typeface="Arial"/>
              </a:rPr>
              <a:t>lalu</a:t>
            </a:r>
            <a:endParaRPr sz="4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dirty="0" sz="4000" spc="-10">
                <a:solidFill>
                  <a:srgbClr val="203C95"/>
                </a:solidFill>
                <a:latin typeface="Arial"/>
                <a:cs typeface="Arial"/>
              </a:rPr>
              <a:t>jawab</a:t>
            </a:r>
            <a:r>
              <a:rPr dirty="0" sz="4000" spc="-270">
                <a:solidFill>
                  <a:srgbClr val="203C95"/>
                </a:solidFill>
                <a:latin typeface="Arial"/>
                <a:cs typeface="Arial"/>
              </a:rPr>
              <a:t> </a:t>
            </a:r>
            <a:r>
              <a:rPr dirty="0" sz="4000">
                <a:solidFill>
                  <a:srgbClr val="203C95"/>
                </a:solidFill>
                <a:latin typeface="Arial"/>
                <a:cs typeface="Arial"/>
              </a:rPr>
              <a:t>sekali</a:t>
            </a:r>
            <a:r>
              <a:rPr dirty="0" sz="4000" spc="-155">
                <a:solidFill>
                  <a:srgbClr val="203C95"/>
                </a:solidFill>
                <a:latin typeface="Arial"/>
                <a:cs typeface="Arial"/>
              </a:rPr>
              <a:t> </a:t>
            </a:r>
            <a:r>
              <a:rPr dirty="0" sz="4000" spc="-260">
                <a:solidFill>
                  <a:srgbClr val="203C95"/>
                </a:solidFill>
                <a:latin typeface="Arial"/>
                <a:cs typeface="Arial"/>
              </a:rPr>
              <a:t>l</a:t>
            </a:r>
            <a:r>
              <a:rPr dirty="0" sz="4000" spc="-750">
                <a:solidFill>
                  <a:srgbClr val="203C95"/>
                </a:solidFill>
                <a:latin typeface="Arial"/>
                <a:cs typeface="Arial"/>
              </a:rPr>
              <a:t> </a:t>
            </a:r>
            <a:r>
              <a:rPr dirty="0" sz="4000" spc="-20">
                <a:solidFill>
                  <a:srgbClr val="203C95"/>
                </a:solidFill>
                <a:latin typeface="Arial"/>
                <a:cs typeface="Arial"/>
              </a:rPr>
              <a:t>agi.</a:t>
            </a:r>
            <a:endParaRPr sz="4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50050" y="6674626"/>
            <a:ext cx="788035" cy="1282065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algn="just" marL="12700" marR="5080" indent="4445">
              <a:lnSpc>
                <a:spcPct val="91900"/>
              </a:lnSpc>
              <a:spcBef>
                <a:spcPts val="395"/>
              </a:spcBef>
            </a:pPr>
            <a:r>
              <a:rPr dirty="0" sz="2900" spc="-25">
                <a:solidFill>
                  <a:srgbClr val="F4F4F4"/>
                </a:solidFill>
                <a:latin typeface="Arial"/>
                <a:cs typeface="Arial"/>
              </a:rPr>
              <a:t>Kem </a:t>
            </a:r>
            <a:r>
              <a:rPr dirty="0" sz="2900" spc="-110">
                <a:solidFill>
                  <a:srgbClr val="F4F4F4"/>
                </a:solidFill>
                <a:latin typeface="Arial"/>
                <a:cs typeface="Arial"/>
              </a:rPr>
              <a:t>Gam </a:t>
            </a:r>
            <a:r>
              <a:rPr dirty="0" sz="2900" spc="-20">
                <a:solidFill>
                  <a:srgbClr val="F4F4F4"/>
                </a:solidFill>
                <a:latin typeface="Arial"/>
                <a:cs typeface="Arial"/>
              </a:rPr>
              <a:t>Kuis</a:t>
            </a:r>
            <a:endParaRPr sz="2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1"/>
            <a:ext cx="7568183" cy="914399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473200" y="333954"/>
            <a:ext cx="748030" cy="2501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50" spc="-20" b="1">
                <a:solidFill>
                  <a:srgbClr val="FFFFFF"/>
                </a:solidFill>
                <a:latin typeface="Arial"/>
                <a:cs typeface="Arial"/>
              </a:rPr>
              <a:t>Beranda</a:t>
            </a:r>
            <a:endParaRPr sz="14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12007" y="333954"/>
            <a:ext cx="614680" cy="2501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50" spc="-20" b="1">
                <a:solidFill>
                  <a:srgbClr val="FFFFFF"/>
                </a:solidFill>
                <a:latin typeface="Arial"/>
                <a:cs typeface="Arial"/>
              </a:rPr>
              <a:t>Tujuan</a:t>
            </a:r>
            <a:endParaRPr sz="14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06238" y="333954"/>
            <a:ext cx="570865" cy="2501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50" spc="-10" b="1">
                <a:solidFill>
                  <a:srgbClr val="FFFFFF"/>
                </a:solidFill>
                <a:latin typeface="Arial"/>
                <a:cs typeface="Arial"/>
              </a:rPr>
              <a:t>Materi</a:t>
            </a:r>
            <a:endParaRPr sz="14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1850" y="879696"/>
            <a:ext cx="3030220" cy="6565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100" spc="-100">
                <a:solidFill>
                  <a:srgbClr val="143A5B"/>
                </a:solidFill>
                <a:latin typeface="Lucida Sans"/>
                <a:cs typeface="Lucida Sans"/>
              </a:rPr>
              <a:t>Kuis</a:t>
            </a:r>
            <a:r>
              <a:rPr dirty="0" sz="4100" spc="-445">
                <a:solidFill>
                  <a:srgbClr val="143A5B"/>
                </a:solidFill>
                <a:latin typeface="Lucida Sans"/>
                <a:cs typeface="Lucida Sans"/>
              </a:rPr>
              <a:t> </a:t>
            </a:r>
            <a:r>
              <a:rPr dirty="0" sz="4100" spc="-10">
                <a:solidFill>
                  <a:srgbClr val="143A5B"/>
                </a:solidFill>
                <a:latin typeface="Lucida Sans"/>
                <a:cs typeface="Lucida Sans"/>
              </a:rPr>
              <a:t>Selesai!</a:t>
            </a:r>
            <a:endParaRPr sz="4100">
              <a:latin typeface="Lucida Sans"/>
              <a:cs typeface="Lucida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33750" y="6151387"/>
            <a:ext cx="43053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55">
                <a:solidFill>
                  <a:srgbClr val="143A5B"/>
                </a:solidFill>
                <a:latin typeface="Lucida Sans"/>
                <a:cs typeface="Lucida Sans"/>
              </a:rPr>
              <a:t>Selamat!</a:t>
            </a:r>
            <a:r>
              <a:rPr dirty="0" sz="3000" spc="-315">
                <a:solidFill>
                  <a:srgbClr val="143A5B"/>
                </a:solidFill>
                <a:latin typeface="Lucida Sans"/>
                <a:cs typeface="Lucida Sans"/>
              </a:rPr>
              <a:t> </a:t>
            </a:r>
            <a:r>
              <a:rPr dirty="0" sz="3000" spc="-150">
                <a:solidFill>
                  <a:srgbClr val="143A5B"/>
                </a:solidFill>
                <a:latin typeface="Lucida Sans"/>
                <a:cs typeface="Lucida Sans"/>
              </a:rPr>
              <a:t>Kamu</a:t>
            </a:r>
            <a:r>
              <a:rPr dirty="0" sz="3000" spc="-315">
                <a:solidFill>
                  <a:srgbClr val="143A5B"/>
                </a:solidFill>
                <a:latin typeface="Lucida Sans"/>
                <a:cs typeface="Lucida Sans"/>
              </a:rPr>
              <a:t> </a:t>
            </a:r>
            <a:r>
              <a:rPr dirty="0" sz="3000" spc="-85">
                <a:solidFill>
                  <a:srgbClr val="143A5B"/>
                </a:solidFill>
                <a:latin typeface="Lucida Sans"/>
                <a:cs typeface="Lucida Sans"/>
              </a:rPr>
              <a:t>mendapa</a:t>
            </a:r>
            <a:endParaRPr sz="3000">
              <a:latin typeface="Lucida Sans"/>
              <a:cs typeface="Lucida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48100" y="7732745"/>
            <a:ext cx="733425" cy="3505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100" spc="-20" b="1">
                <a:solidFill>
                  <a:srgbClr val="FFFFFF"/>
                </a:solidFill>
                <a:latin typeface="Arial"/>
                <a:cs typeface="Arial"/>
              </a:rPr>
              <a:t>NEXT</a:t>
            </a:r>
            <a:endParaRPr sz="2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568183" cy="914399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473200" y="333906"/>
            <a:ext cx="748030" cy="2501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50" spc="-20" b="1">
                <a:solidFill>
                  <a:srgbClr val="FFFFFF"/>
                </a:solidFill>
                <a:latin typeface="Arial"/>
                <a:cs typeface="Arial"/>
              </a:rPr>
              <a:t>Beranda</a:t>
            </a:r>
            <a:endParaRPr sz="14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12007" y="333906"/>
            <a:ext cx="614680" cy="2501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50" spc="-20" b="1">
                <a:solidFill>
                  <a:srgbClr val="FFFFFF"/>
                </a:solidFill>
                <a:latin typeface="Arial"/>
                <a:cs typeface="Arial"/>
              </a:rPr>
              <a:t>Tujuan</a:t>
            </a:r>
            <a:endParaRPr sz="14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06238" y="333906"/>
            <a:ext cx="570865" cy="2501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50" spc="-10" b="1">
                <a:solidFill>
                  <a:srgbClr val="FFFFFF"/>
                </a:solidFill>
                <a:latin typeface="Arial"/>
                <a:cs typeface="Arial"/>
              </a:rPr>
              <a:t>Materi</a:t>
            </a:r>
            <a:endParaRPr sz="14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09650" y="1988327"/>
            <a:ext cx="6560820" cy="20605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250" spc="-215">
                <a:solidFill>
                  <a:srgbClr val="FFFFFF"/>
                </a:solidFill>
                <a:latin typeface="Lucida Sans"/>
                <a:cs typeface="Lucida Sans"/>
              </a:rPr>
              <a:t>Terima</a:t>
            </a:r>
            <a:r>
              <a:rPr dirty="0" sz="6250" spc="-69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6250" spc="-10">
                <a:solidFill>
                  <a:srgbClr val="FFFFFF"/>
                </a:solidFill>
                <a:latin typeface="Lucida Sans"/>
                <a:cs typeface="Lucida Sans"/>
              </a:rPr>
              <a:t>kasih!</a:t>
            </a:r>
            <a:endParaRPr sz="6250">
              <a:latin typeface="Lucida Sans"/>
              <a:cs typeface="Lucida Sans"/>
            </a:endParaRPr>
          </a:p>
          <a:p>
            <a:pPr marL="50800" marR="5080">
              <a:lnSpc>
                <a:spcPct val="101099"/>
              </a:lnSpc>
              <a:spcBef>
                <a:spcPts val="2370"/>
              </a:spcBef>
            </a:pPr>
            <a:r>
              <a:rPr dirty="0" sz="2550" spc="-30" b="1">
                <a:solidFill>
                  <a:srgbClr val="FFFFFF"/>
                </a:solidFill>
                <a:latin typeface="Arial"/>
                <a:cs typeface="Arial"/>
              </a:rPr>
              <a:t>Terima</a:t>
            </a:r>
            <a:r>
              <a:rPr dirty="0" sz="2550" spc="-1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550" spc="-90" b="1">
                <a:solidFill>
                  <a:srgbClr val="FFFFFF"/>
                </a:solidFill>
                <a:latin typeface="Arial"/>
                <a:cs typeface="Arial"/>
              </a:rPr>
              <a:t>kasih</a:t>
            </a:r>
            <a:r>
              <a:rPr dirty="0" sz="2550" spc="-8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550" spc="-80" b="1">
                <a:solidFill>
                  <a:srgbClr val="FFFFFF"/>
                </a:solidFill>
                <a:latin typeface="Arial"/>
                <a:cs typeface="Arial"/>
              </a:rPr>
              <a:t>sudah</a:t>
            </a:r>
            <a:r>
              <a:rPr dirty="0" sz="2550" spc="-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550" spc="-55" b="1">
                <a:solidFill>
                  <a:srgbClr val="FFFFFF"/>
                </a:solidFill>
                <a:latin typeface="Arial"/>
                <a:cs typeface="Arial"/>
              </a:rPr>
              <a:t>belajar</a:t>
            </a:r>
            <a:r>
              <a:rPr dirty="0" sz="2550" spc="-1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550" spc="-30" b="1">
                <a:solidFill>
                  <a:srgbClr val="FFFFFF"/>
                </a:solidFill>
                <a:latin typeface="Arial"/>
                <a:cs typeface="Arial"/>
              </a:rPr>
              <a:t>latihan</a:t>
            </a:r>
            <a:r>
              <a:rPr dirty="0" sz="2550" spc="-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550" spc="-50" b="1">
                <a:solidFill>
                  <a:srgbClr val="FFFFFF"/>
                </a:solidFill>
                <a:latin typeface="Arial"/>
                <a:cs typeface="Arial"/>
              </a:rPr>
              <a:t>pengenal </a:t>
            </a:r>
            <a:r>
              <a:rPr dirty="0" sz="2500" b="1">
                <a:solidFill>
                  <a:srgbClr val="FFFFFF"/>
                </a:solidFill>
                <a:latin typeface="Arial"/>
                <a:cs typeface="Arial"/>
              </a:rPr>
              <a:t>air</a:t>
            </a:r>
            <a:r>
              <a:rPr dirty="0" sz="2500" spc="-10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500" spc="-35" b="1">
                <a:solidFill>
                  <a:srgbClr val="FFFFFF"/>
                </a:solidFill>
                <a:latin typeface="Arial"/>
                <a:cs typeface="Arial"/>
              </a:rPr>
              <a:t>bersama</a:t>
            </a:r>
            <a:r>
              <a:rPr dirty="0" sz="2500" spc="-1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500" spc="-20" b="1">
                <a:solidFill>
                  <a:srgbClr val="FFFFFF"/>
                </a:solidFill>
                <a:latin typeface="Arial"/>
                <a:cs typeface="Arial"/>
              </a:rPr>
              <a:t>kami!</a:t>
            </a:r>
            <a:endParaRPr sz="25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73250" y="5816409"/>
            <a:ext cx="2438400" cy="3409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50" spc="-40" b="1">
                <a:solidFill>
                  <a:srgbClr val="FFFFFF"/>
                </a:solidFill>
                <a:latin typeface="Arial"/>
                <a:cs typeface="Arial"/>
              </a:rPr>
              <a:t>Kembali</a:t>
            </a:r>
            <a:r>
              <a:rPr dirty="0" sz="2050" spc="-9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50" b="1">
                <a:solidFill>
                  <a:srgbClr val="FFFFFF"/>
                </a:solidFill>
                <a:latin typeface="Arial"/>
                <a:cs typeface="Arial"/>
              </a:rPr>
              <a:t>ke</a:t>
            </a:r>
            <a:r>
              <a:rPr dirty="0" sz="2050" spc="-1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50" spc="-10" b="1">
                <a:solidFill>
                  <a:srgbClr val="FFFFFF"/>
                </a:solidFill>
                <a:latin typeface="Arial"/>
                <a:cs typeface="Arial"/>
              </a:rPr>
              <a:t>Beranda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568183" cy="914399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473200" y="333906"/>
            <a:ext cx="5604510" cy="2501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551430" algn="l"/>
                <a:tab pos="5045075" algn="l"/>
              </a:tabLst>
            </a:pPr>
            <a:r>
              <a:rPr dirty="0" sz="1450" spc="-10" b="1">
                <a:solidFill>
                  <a:srgbClr val="FFFFFF"/>
                </a:solidFill>
                <a:latin typeface="Arial"/>
                <a:cs typeface="Arial"/>
              </a:rPr>
              <a:t>Beranda</a:t>
            </a:r>
            <a:r>
              <a:rPr dirty="0" sz="1450" b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450" spc="-10" b="1">
                <a:solidFill>
                  <a:srgbClr val="FFFFFF"/>
                </a:solidFill>
                <a:latin typeface="Arial"/>
                <a:cs typeface="Arial"/>
              </a:rPr>
              <a:t>Tujuan</a:t>
            </a:r>
            <a:r>
              <a:rPr dirty="0" sz="1450" b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450" spc="-10" b="1">
                <a:solidFill>
                  <a:srgbClr val="FFFFFF"/>
                </a:solidFill>
                <a:latin typeface="Arial"/>
                <a:cs typeface="Arial"/>
              </a:rPr>
              <a:t>Materi</a:t>
            </a:r>
            <a:endParaRPr sz="145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22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dirty="0" spc="-20"/>
              <a:t>Referensi</a:t>
            </a:r>
            <a:r>
              <a:rPr dirty="0" spc="-480"/>
              <a:t> </a:t>
            </a:r>
            <a:r>
              <a:rPr dirty="0" spc="-95"/>
              <a:t>&amp;</a:t>
            </a:r>
            <a:r>
              <a:rPr dirty="0" spc="-420"/>
              <a:t> </a:t>
            </a:r>
            <a:r>
              <a:rPr dirty="0" spc="-25"/>
              <a:t>Aktivitas</a:t>
            </a:r>
            <a:r>
              <a:rPr dirty="0" spc="-425"/>
              <a:t> </a:t>
            </a:r>
            <a:r>
              <a:rPr dirty="0" spc="-20"/>
              <a:t>Seru</a:t>
            </a:r>
          </a:p>
          <a:p>
            <a:pPr marL="57150">
              <a:lnSpc>
                <a:spcPct val="100000"/>
              </a:lnSpc>
              <a:spcBef>
                <a:spcPts val="645"/>
              </a:spcBef>
            </a:pPr>
            <a:r>
              <a:rPr dirty="0" sz="1900">
                <a:latin typeface="Microsoft Sans Serif"/>
                <a:cs typeface="Microsoft Sans Serif"/>
              </a:rPr>
              <a:t>Belajar</a:t>
            </a:r>
            <a:r>
              <a:rPr dirty="0" sz="1900" spc="30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boleh</a:t>
            </a:r>
            <a:r>
              <a:rPr dirty="0" sz="1900" spc="35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berlanjut</a:t>
            </a:r>
            <a:r>
              <a:rPr dirty="0" sz="1900" spc="35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di</a:t>
            </a:r>
            <a:r>
              <a:rPr dirty="0" sz="1900" spc="35">
                <a:latin typeface="Microsoft Sans Serif"/>
                <a:cs typeface="Microsoft Sans Serif"/>
              </a:rPr>
              <a:t> </a:t>
            </a:r>
            <a:r>
              <a:rPr dirty="0" sz="1900" spc="-10">
                <a:latin typeface="Microsoft Sans Serif"/>
                <a:cs typeface="Microsoft Sans Serif"/>
              </a:rPr>
              <a:t>rumah!</a:t>
            </a:r>
            <a:endParaRPr sz="19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57300" y="2727467"/>
            <a:ext cx="3618865" cy="161163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500" spc="-10">
                <a:solidFill>
                  <a:srgbClr val="0778BC"/>
                </a:solidFill>
                <a:latin typeface="Lucida Sans"/>
                <a:cs typeface="Lucida Sans"/>
              </a:rPr>
              <a:t>Referensi</a:t>
            </a:r>
            <a:r>
              <a:rPr dirty="0" sz="2500" spc="-290">
                <a:solidFill>
                  <a:srgbClr val="0778BC"/>
                </a:solidFill>
                <a:latin typeface="Lucida Sans"/>
                <a:cs typeface="Lucida Sans"/>
              </a:rPr>
              <a:t> </a:t>
            </a:r>
            <a:r>
              <a:rPr dirty="0" sz="2500" spc="-20">
                <a:solidFill>
                  <a:srgbClr val="0778BC"/>
                </a:solidFill>
                <a:latin typeface="Lucida Sans"/>
                <a:cs typeface="Lucida Sans"/>
              </a:rPr>
              <a:t>Materi</a:t>
            </a:r>
            <a:r>
              <a:rPr dirty="0" sz="2500" spc="-229">
                <a:solidFill>
                  <a:srgbClr val="0778BC"/>
                </a:solidFill>
                <a:latin typeface="Lucida Sans"/>
                <a:cs typeface="Lucida Sans"/>
              </a:rPr>
              <a:t> </a:t>
            </a:r>
            <a:r>
              <a:rPr dirty="0" sz="2500" spc="-20">
                <a:solidFill>
                  <a:srgbClr val="0778BC"/>
                </a:solidFill>
                <a:latin typeface="Lucida Sans"/>
                <a:cs typeface="Lucida Sans"/>
              </a:rPr>
              <a:t>PJOK</a:t>
            </a:r>
            <a:endParaRPr sz="2500">
              <a:latin typeface="Lucida Sans"/>
              <a:cs typeface="Lucida Sans"/>
            </a:endParaRPr>
          </a:p>
          <a:p>
            <a:pPr marL="203200" indent="-190500">
              <a:lnSpc>
                <a:spcPct val="100000"/>
              </a:lnSpc>
              <a:spcBef>
                <a:spcPts val="2215"/>
              </a:spcBef>
              <a:buChar char="•"/>
              <a:tabLst>
                <a:tab pos="203200" algn="l"/>
              </a:tabLst>
            </a:pPr>
            <a:r>
              <a:rPr dirty="0" sz="1900">
                <a:solidFill>
                  <a:srgbClr val="143A5B"/>
                </a:solidFill>
                <a:latin typeface="Microsoft Sans Serif"/>
                <a:cs typeface="Microsoft Sans Serif"/>
              </a:rPr>
              <a:t>Buku</a:t>
            </a:r>
            <a:r>
              <a:rPr dirty="0" sz="1900" spc="-25">
                <a:solidFill>
                  <a:srgbClr val="143A5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0">
                <a:solidFill>
                  <a:srgbClr val="143A5B"/>
                </a:solidFill>
                <a:latin typeface="Microsoft Sans Serif"/>
                <a:cs typeface="Microsoft Sans Serif"/>
              </a:rPr>
              <a:t>PJOK</a:t>
            </a:r>
            <a:r>
              <a:rPr dirty="0" sz="1900" spc="-25">
                <a:solidFill>
                  <a:srgbClr val="143A5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0">
                <a:solidFill>
                  <a:srgbClr val="143A5B"/>
                </a:solidFill>
                <a:latin typeface="Microsoft Sans Serif"/>
                <a:cs typeface="Microsoft Sans Serif"/>
              </a:rPr>
              <a:t>Kelas</a:t>
            </a:r>
            <a:r>
              <a:rPr dirty="0" sz="1900" spc="-25">
                <a:solidFill>
                  <a:srgbClr val="143A5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45">
                <a:solidFill>
                  <a:srgbClr val="143A5B"/>
                </a:solidFill>
                <a:latin typeface="Microsoft Sans Serif"/>
                <a:cs typeface="Microsoft Sans Serif"/>
              </a:rPr>
              <a:t>2</a:t>
            </a:r>
            <a:endParaRPr sz="1900">
              <a:latin typeface="Microsoft Sans Serif"/>
              <a:cs typeface="Microsoft Sans Serif"/>
            </a:endParaRPr>
          </a:p>
          <a:p>
            <a:pPr marL="203200" indent="-190500">
              <a:lnSpc>
                <a:spcPct val="100000"/>
              </a:lnSpc>
              <a:spcBef>
                <a:spcPts val="170"/>
              </a:spcBef>
              <a:buChar char="•"/>
              <a:tabLst>
                <a:tab pos="203200" algn="l"/>
              </a:tabLst>
            </a:pPr>
            <a:r>
              <a:rPr dirty="0" sz="1900">
                <a:solidFill>
                  <a:srgbClr val="143A5B"/>
                </a:solidFill>
                <a:latin typeface="Microsoft Sans Serif"/>
                <a:cs typeface="Microsoft Sans Serif"/>
              </a:rPr>
              <a:t>Materi</a:t>
            </a:r>
            <a:r>
              <a:rPr dirty="0" sz="1900" spc="-5">
                <a:solidFill>
                  <a:srgbClr val="143A5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143A5B"/>
                </a:solidFill>
                <a:latin typeface="Microsoft Sans Serif"/>
                <a:cs typeface="Microsoft Sans Serif"/>
              </a:rPr>
              <a:t>keselamatan</a:t>
            </a:r>
            <a:r>
              <a:rPr dirty="0" sz="1900" spc="-5">
                <a:solidFill>
                  <a:srgbClr val="143A5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143A5B"/>
                </a:solidFill>
                <a:latin typeface="Microsoft Sans Serif"/>
                <a:cs typeface="Microsoft Sans Serif"/>
              </a:rPr>
              <a:t>dasar</a:t>
            </a:r>
            <a:r>
              <a:rPr dirty="0" sz="1900" spc="-5">
                <a:solidFill>
                  <a:srgbClr val="143A5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143A5B"/>
                </a:solidFill>
                <a:latin typeface="Microsoft Sans Serif"/>
                <a:cs typeface="Microsoft Sans Serif"/>
              </a:rPr>
              <a:t>di </a:t>
            </a:r>
            <a:r>
              <a:rPr dirty="0" sz="1900" spc="-25">
                <a:solidFill>
                  <a:srgbClr val="143A5B"/>
                </a:solidFill>
                <a:latin typeface="Microsoft Sans Serif"/>
                <a:cs typeface="Microsoft Sans Serif"/>
              </a:rPr>
              <a:t>air</a:t>
            </a:r>
            <a:endParaRPr sz="1900">
              <a:latin typeface="Microsoft Sans Serif"/>
              <a:cs typeface="Microsoft Sans Serif"/>
            </a:endParaRPr>
          </a:p>
          <a:p>
            <a:pPr marL="203200" indent="-190500">
              <a:lnSpc>
                <a:spcPct val="100000"/>
              </a:lnSpc>
              <a:spcBef>
                <a:spcPts val="220"/>
              </a:spcBef>
              <a:buChar char="•"/>
              <a:tabLst>
                <a:tab pos="203200" algn="l"/>
              </a:tabLst>
            </a:pPr>
            <a:r>
              <a:rPr dirty="0" sz="1900">
                <a:solidFill>
                  <a:srgbClr val="143A5B"/>
                </a:solidFill>
                <a:latin typeface="Microsoft Sans Serif"/>
                <a:cs typeface="Microsoft Sans Serif"/>
              </a:rPr>
              <a:t>Arahan</a:t>
            </a:r>
            <a:r>
              <a:rPr dirty="0" sz="1900" spc="105">
                <a:solidFill>
                  <a:srgbClr val="143A5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143A5B"/>
                </a:solidFill>
                <a:latin typeface="Microsoft Sans Serif"/>
                <a:cs typeface="Microsoft Sans Serif"/>
              </a:rPr>
              <a:t>guru</a:t>
            </a:r>
            <a:r>
              <a:rPr dirty="0" sz="1900" spc="110">
                <a:solidFill>
                  <a:srgbClr val="143A5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0">
                <a:solidFill>
                  <a:srgbClr val="143A5B"/>
                </a:solidFill>
                <a:latin typeface="Microsoft Sans Serif"/>
                <a:cs typeface="Microsoft Sans Serif"/>
              </a:rPr>
              <a:t>PJOK</a:t>
            </a:r>
            <a:endParaRPr sz="19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89450" y="6616826"/>
            <a:ext cx="3117215" cy="4730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900" spc="-60">
                <a:solidFill>
                  <a:srgbClr val="143A5B"/>
                </a:solidFill>
                <a:latin typeface="Lucida Sans"/>
                <a:cs typeface="Lucida Sans"/>
              </a:rPr>
              <a:t>Ingat:</a:t>
            </a:r>
            <a:r>
              <a:rPr dirty="0" sz="2900" spc="-285">
                <a:solidFill>
                  <a:srgbClr val="143A5B"/>
                </a:solidFill>
                <a:latin typeface="Lucida Sans"/>
                <a:cs typeface="Lucida Sans"/>
              </a:rPr>
              <a:t> </a:t>
            </a:r>
            <a:r>
              <a:rPr dirty="0" sz="2900" spc="-80">
                <a:solidFill>
                  <a:srgbClr val="143A5B"/>
                </a:solidFill>
                <a:latin typeface="Lucida Sans"/>
                <a:cs typeface="Lucida Sans"/>
              </a:rPr>
              <a:t>jangan</a:t>
            </a:r>
            <a:r>
              <a:rPr dirty="0" sz="2900" spc="-285">
                <a:solidFill>
                  <a:srgbClr val="143A5B"/>
                </a:solidFill>
                <a:latin typeface="Lucida Sans"/>
                <a:cs typeface="Lucida Sans"/>
              </a:rPr>
              <a:t> </a:t>
            </a:r>
            <a:r>
              <a:rPr dirty="0" sz="2900" spc="-20">
                <a:solidFill>
                  <a:srgbClr val="143A5B"/>
                </a:solidFill>
                <a:latin typeface="Lucida Sans"/>
                <a:cs typeface="Lucida Sans"/>
              </a:rPr>
              <a:t>pern</a:t>
            </a:r>
            <a:endParaRPr sz="290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2026-10-27T17:28:38Z</dcterms:created>
  <dcterms:modified xsi:type="dcterms:W3CDTF">2026-10-27T17:28:38Z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v10.0.20070.1</vt:lpwstr>
  </property>
  <property fmtid="{D5CDD505-2E9C-101B-9397-08002B2CF9AE}" pid="3" name="Created">
    <vt:filetime>2026-10-27T00:00:00Z</vt:filetime>
  </property>
  <property fmtid="{D5CDD505-2E9C-101B-9397-08002B2CF9AE}" pid="4" name="LastSaved">
    <vt:filetime>2026-10-27T00:00:00Z</vt:filetime>
  </property>
  <property fmtid="{D5CDD505-2E9C-101B-9397-08002B2CF9AE}" pid="5" name="Producer">
    <vt:lpwstr>3-Heights(TM) PDF Security Shell 4.8.25.2 (http://www.pdf-tools.com)</vt:lpwstr>
  </property>
</Properties>
</file>